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57" r:id="rId5"/>
  </p:sldMasterIdLst>
  <p:notesMasterIdLst>
    <p:notesMasterId r:id="rId12"/>
  </p:notesMasterIdLst>
  <p:handoutMasterIdLst>
    <p:handoutMasterId r:id="rId13"/>
  </p:handoutMasterIdLst>
  <p:sldIdLst>
    <p:sldId id="2147480909" r:id="rId6"/>
    <p:sldId id="2147480916" r:id="rId7"/>
    <p:sldId id="2147480912" r:id="rId8"/>
    <p:sldId id="2147480917" r:id="rId9"/>
    <p:sldId id="2147480918" r:id="rId10"/>
    <p:sldId id="2147480919" r:id="rId11"/>
  </p:sldIdLst>
  <p:sldSz cx="12192000" cy="6858000"/>
  <p:notesSz cx="6858000" cy="9144000"/>
  <p:custDataLst>
    <p:tags r:id="rId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C00000"/>
    <a:srgbClr val="EC44EC"/>
    <a:srgbClr val="E46C0A"/>
    <a:srgbClr val="00B050"/>
    <a:srgbClr val="D83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6F96ED-70F0-CC8B-2D99-61E5CD9B76F2}" v="42" dt="2025-11-18T13:06:27.8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76F96ED-70F0-CC8B-2D99-61E5CD9B76F2}"/>
    <pc:docChg chg="modSld">
      <pc:chgData name="" userId="" providerId="" clId="Web-{176F96ED-70F0-CC8B-2D99-61E5CD9B76F2}" dt="2025-11-18T12:56:18.153" v="0" actId="20577"/>
      <pc:docMkLst>
        <pc:docMk/>
      </pc:docMkLst>
      <pc:sldChg chg="modSp">
        <pc:chgData name="" userId="" providerId="" clId="Web-{176F96ED-70F0-CC8B-2D99-61E5CD9B76F2}" dt="2025-11-18T12:56:18.153" v="0" actId="20577"/>
        <pc:sldMkLst>
          <pc:docMk/>
          <pc:sldMk cId="3459360687" sldId="2147480918"/>
        </pc:sldMkLst>
        <pc:spChg chg="mod">
          <ac:chgData name="" userId="" providerId="" clId="Web-{176F96ED-70F0-CC8B-2D99-61E5CD9B76F2}" dt="2025-11-18T12:56:18.153" v="0" actId="20577"/>
          <ac:spMkLst>
            <pc:docMk/>
            <pc:sldMk cId="3459360687" sldId="2147480918"/>
            <ac:spMk id="2" creationId="{8B007CD0-A993-F32D-9335-6302D9801268}"/>
          </ac:spMkLst>
        </pc:spChg>
      </pc:sldChg>
    </pc:docChg>
  </pc:docChgLst>
  <pc:docChgLst>
    <pc:chgData name="Hohmann, Dieter" userId="S::dieter.hohmann_edag.com#ext#@arena2036depeterfroeschle.onmicrosoft.com::2c8f6ed6-967a-445a-87a6-f5dab5c347b4" providerId="AD" clId="Web-{176F96ED-70F0-CC8B-2D99-61E5CD9B76F2}"/>
    <pc:docChg chg="modSld">
      <pc:chgData name="Hohmann, Dieter" userId="S::dieter.hohmann_edag.com#ext#@arena2036depeterfroeschle.onmicrosoft.com::2c8f6ed6-967a-445a-87a6-f5dab5c347b4" providerId="AD" clId="Web-{176F96ED-70F0-CC8B-2D99-61E5CD9B76F2}" dt="2025-11-18T13:06:27.842" v="41" actId="20577"/>
      <pc:docMkLst>
        <pc:docMk/>
      </pc:docMkLst>
      <pc:sldChg chg="modSp">
        <pc:chgData name="Hohmann, Dieter" userId="S::dieter.hohmann_edag.com#ext#@arena2036depeterfroeschle.onmicrosoft.com::2c8f6ed6-967a-445a-87a6-f5dab5c347b4" providerId="AD" clId="Web-{176F96ED-70F0-CC8B-2D99-61E5CD9B76F2}" dt="2025-11-18T13:06:27.842" v="41" actId="20577"/>
        <pc:sldMkLst>
          <pc:docMk/>
          <pc:sldMk cId="3459360687" sldId="2147480918"/>
        </pc:sldMkLst>
        <pc:spChg chg="mod">
          <ac:chgData name="Hohmann, Dieter" userId="S::dieter.hohmann_edag.com#ext#@arena2036depeterfroeschle.onmicrosoft.com::2c8f6ed6-967a-445a-87a6-f5dab5c347b4" providerId="AD" clId="Web-{176F96ED-70F0-CC8B-2D99-61E5CD9B76F2}" dt="2025-11-18T13:06:27.842" v="41" actId="20577"/>
          <ac:spMkLst>
            <pc:docMk/>
            <pc:sldMk cId="3459360687" sldId="2147480918"/>
            <ac:spMk id="2" creationId="{8B007CD0-A993-F32D-9335-6302D9801268}"/>
          </ac:spMkLst>
        </pc:spChg>
      </pc:sldChg>
    </pc:docChg>
  </pc:docChgLst>
  <pc:docChgLst>
    <pc:chgData name="Glaser, Stefan-Ernst" userId="5ef14db3-e343-41b1-a0ec-19e9c0d72747" providerId="ADAL" clId="{D12F43D8-B720-48F4-914F-7CB60F7FDB1D}"/>
    <pc:docChg chg="delSld">
      <pc:chgData name="Glaser, Stefan-Ernst" userId="5ef14db3-e343-41b1-a0ec-19e9c0d72747" providerId="ADAL" clId="{D12F43D8-B720-48F4-914F-7CB60F7FDB1D}" dt="2025-10-22T12:21:33.162" v="0" actId="47"/>
      <pc:docMkLst>
        <pc:docMk/>
      </pc:docMkLst>
      <pc:sldChg chg="del">
        <pc:chgData name="Glaser, Stefan-Ernst" userId="5ef14db3-e343-41b1-a0ec-19e9c0d72747" providerId="ADAL" clId="{D12F43D8-B720-48F4-914F-7CB60F7FDB1D}" dt="2025-10-22T12:21:33.162" v="0" actId="47"/>
        <pc:sldMkLst>
          <pc:docMk/>
          <pc:sldMk cId="223209957" sldId="2147473870"/>
        </pc:sldMkLst>
      </pc:sldChg>
      <pc:sldChg chg="del">
        <pc:chgData name="Glaser, Stefan-Ernst" userId="5ef14db3-e343-41b1-a0ec-19e9c0d72747" providerId="ADAL" clId="{D12F43D8-B720-48F4-914F-7CB60F7FDB1D}" dt="2025-10-22T12:21:33.162" v="0" actId="47"/>
        <pc:sldMkLst>
          <pc:docMk/>
          <pc:sldMk cId="3542095883" sldId="2147480910"/>
        </pc:sldMkLst>
      </pc:sldChg>
      <pc:sldChg chg="del">
        <pc:chgData name="Glaser, Stefan-Ernst" userId="5ef14db3-e343-41b1-a0ec-19e9c0d72747" providerId="ADAL" clId="{D12F43D8-B720-48F4-914F-7CB60F7FDB1D}" dt="2025-10-22T12:21:33.162" v="0" actId="47"/>
        <pc:sldMkLst>
          <pc:docMk/>
          <pc:sldMk cId="2555556563" sldId="2147480911"/>
        </pc:sldMkLst>
      </pc:sldChg>
      <pc:sldChg chg="del">
        <pc:chgData name="Glaser, Stefan-Ernst" userId="5ef14db3-e343-41b1-a0ec-19e9c0d72747" providerId="ADAL" clId="{D12F43D8-B720-48F4-914F-7CB60F7FDB1D}" dt="2025-10-22T12:21:33.162" v="0" actId="47"/>
        <pc:sldMkLst>
          <pc:docMk/>
          <pc:sldMk cId="3895244168" sldId="214748091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7CCC95B-4500-F045-8743-55DC78D4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888C4C-E2BF-D6D8-CC89-82781EDA93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13CF8-DA7B-4371-A89B-564572BEC71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B67F92-6B23-6EC6-CE60-E9FECB846C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7717C47-0BF9-A3D9-1680-8AEC299A7D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538C9-807E-4076-88B8-6DE763AB4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924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E9776-B9F4-4E87-8A2C-461F898A33E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9108C-8251-4FD9-957E-3B5D9718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64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9.jpe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3354" y="6107314"/>
            <a:ext cx="2114254" cy="256922"/>
          </a:xfrm>
          <a:prstGeom prst="rect">
            <a:avLst/>
          </a:prstGeom>
          <a:noFill/>
          <a:ln>
            <a:noFill/>
          </a:ln>
          <a:effectLst>
            <a:glow rad="101600">
              <a:srgbClr val="FFFFFF">
                <a:alpha val="60000"/>
              </a:srgbClr>
            </a:glo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 cap="flat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56933" y="841904"/>
            <a:ext cx="9144000" cy="351896"/>
          </a:xfrm>
        </p:spPr>
        <p:txBody>
          <a:bodyPr>
            <a:noAutofit/>
          </a:bodyPr>
          <a:lstStyle>
            <a:lvl1pPr marL="0" indent="0" algn="r">
              <a:buNone/>
              <a:defRPr sz="2000">
                <a:solidFill>
                  <a:srgbClr val="E4672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Master-Untertitelformat bearbeiten</a:t>
            </a:r>
          </a:p>
        </p:txBody>
      </p:sp>
      <p:sp>
        <p:nvSpPr>
          <p:cNvPr id="18" name="Titel 17"/>
          <p:cNvSpPr>
            <a:spLocks noGrp="1"/>
          </p:cNvSpPr>
          <p:nvPr>
            <p:ph type="title"/>
          </p:nvPr>
        </p:nvSpPr>
        <p:spPr>
          <a:xfrm>
            <a:off x="2556933" y="278888"/>
            <a:ext cx="9144000" cy="413808"/>
          </a:xfrm>
        </p:spPr>
        <p:txBody>
          <a:bodyPr/>
          <a:lstStyle>
            <a:lvl1pPr algn="r">
              <a:defRPr sz="2800"/>
            </a:lvl1pPr>
          </a:lstStyle>
          <a:p>
            <a:r>
              <a:rPr lang="de-DE" noProof="0"/>
              <a:t>Mastertitelformat bearbeiten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3D51BD4-81A7-4BA8-8651-428285B71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05851"/>
            <a:ext cx="12192000" cy="4446298"/>
          </a:xfrm>
          <a:prstGeom prst="rect">
            <a:avLst/>
          </a:prstGeom>
        </p:spPr>
      </p:pic>
      <p:pic>
        <p:nvPicPr>
          <p:cNvPr id="2" name="Picture 2" descr="Bayern Innovativ GmbH - gate Garching DE">
            <a:extLst>
              <a:ext uri="{FF2B5EF4-FFF2-40B4-BE49-F238E27FC236}">
                <a16:creationId xmlns:a16="http://schemas.microsoft.com/office/drawing/2014/main" id="{5AAD5456-120D-AEB7-E44B-FEC836375F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81581" y="6110265"/>
            <a:ext cx="1912535" cy="251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pen Hybrid LabFactory: Open Hybrid LabFactory e.V., OHLF, in Wolfsburg">
            <a:extLst>
              <a:ext uri="{FF2B5EF4-FFF2-40B4-BE49-F238E27FC236}">
                <a16:creationId xmlns:a16="http://schemas.microsoft.com/office/drawing/2014/main" id="{A77D0875-CD2C-0347-A439-5027FEEFA7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8089" y="6004357"/>
            <a:ext cx="2178050" cy="462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örderung vom Bundesministerium für Wirtschaft und Energie zugesagt">
            <a:extLst>
              <a:ext uri="{FF2B5EF4-FFF2-40B4-BE49-F238E27FC236}">
                <a16:creationId xmlns:a16="http://schemas.microsoft.com/office/drawing/2014/main" id="{A46554B5-5785-6F57-5301-B6AE84D5C4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00112" y="5664200"/>
            <a:ext cx="1160086" cy="119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23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folie Ohne 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407368" y="6449487"/>
            <a:ext cx="2743200" cy="365125"/>
          </a:xfrm>
          <a:prstGeom prst="rect">
            <a:avLst/>
          </a:prstGeom>
        </p:spPr>
        <p:txBody>
          <a:bodyPr/>
          <a:lstStyle/>
          <a:p>
            <a:fld id="{A31A867B-93BE-448E-9C6C-AEFF46B99AC8}" type="datetimeFigureOut">
              <a:rPr lang="de-DE" noProof="0" smtClean="0"/>
              <a:t>18.11.2025</a:t>
            </a:fld>
            <a:endParaRPr lang="de-DE" noProof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A6983C-E47E-480B-819F-3F7B9CFC2484}" type="slidenum">
              <a:rPr lang="de-DE" noProof="0" smtClean="0"/>
              <a:t>‹#›</a:t>
            </a:fld>
            <a:endParaRPr lang="de-DE" noProof="0"/>
          </a:p>
        </p:txBody>
      </p:sp>
      <p:sp>
        <p:nvSpPr>
          <p:cNvPr id="5" name="Textplatzhalter 2"/>
          <p:cNvSpPr>
            <a:spLocks noGrp="1"/>
          </p:cNvSpPr>
          <p:nvPr>
            <p:ph idx="1"/>
          </p:nvPr>
        </p:nvSpPr>
        <p:spPr>
          <a:xfrm>
            <a:off x="407368" y="902759"/>
            <a:ext cx="11377264" cy="5447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28652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chnologiesteck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>
          <a:xfrm>
            <a:off x="407366" y="761531"/>
            <a:ext cx="8620217" cy="27288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 userDrawn="1"/>
        </p:nvSpPr>
        <p:spPr>
          <a:xfrm>
            <a:off x="407366" y="3613665"/>
            <a:ext cx="4188487" cy="27288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/>
          <p:cNvSpPr/>
          <p:nvPr userDrawn="1"/>
        </p:nvSpPr>
        <p:spPr>
          <a:xfrm>
            <a:off x="4839096" y="3613665"/>
            <a:ext cx="4188487" cy="27288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/>
          <p:cNvSpPr/>
          <p:nvPr userDrawn="1"/>
        </p:nvSpPr>
        <p:spPr>
          <a:xfrm>
            <a:off x="9273993" y="4267201"/>
            <a:ext cx="2566209" cy="754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/>
          <p:cNvSpPr/>
          <p:nvPr userDrawn="1"/>
        </p:nvSpPr>
        <p:spPr>
          <a:xfrm>
            <a:off x="9273993" y="1867299"/>
            <a:ext cx="2566209" cy="7544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 userDrawn="1"/>
        </p:nvSpPr>
        <p:spPr>
          <a:xfrm>
            <a:off x="9273993" y="2746118"/>
            <a:ext cx="2566209" cy="14074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/>
          <p:cNvSpPr/>
          <p:nvPr userDrawn="1"/>
        </p:nvSpPr>
        <p:spPr>
          <a:xfrm>
            <a:off x="9277359" y="5882476"/>
            <a:ext cx="2566209" cy="4661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Textplatzhalt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407365" y="3952218"/>
            <a:ext cx="4188488" cy="2380909"/>
          </a:xfrm>
        </p:spPr>
        <p:txBody>
          <a:bodyPr anchor="t">
            <a:normAutofit/>
          </a:bodyPr>
          <a:lstStyle>
            <a:lvl1pPr marL="0" indent="0">
              <a:buNone/>
              <a:defRPr sz="1200" baseline="0">
                <a:latin typeface="Hind Siliguri" panose="02000000000000000000" pitchFamily="2" charset="0"/>
                <a:cs typeface="Hind Siliguri" panose="02000000000000000000" pitchFamily="2" charset="0"/>
              </a:defRPr>
            </a:lvl1pPr>
          </a:lstStyle>
          <a:p>
            <a:pPr lvl="0"/>
            <a:r>
              <a:rPr lang="de-DE"/>
              <a:t>Es sind möglichst konkret alle vorstellbaren, leitungssatzbezogenen Anwendungen für die vorliegende Technologie darzulegen.</a:t>
            </a:r>
          </a:p>
        </p:txBody>
      </p:sp>
      <p:sp>
        <p:nvSpPr>
          <p:cNvPr id="41" name="Textplatzhalter 32"/>
          <p:cNvSpPr>
            <a:spLocks noGrp="1"/>
          </p:cNvSpPr>
          <p:nvPr>
            <p:ph type="body" sz="quarter" idx="22" hasCustomPrompt="1"/>
          </p:nvPr>
        </p:nvSpPr>
        <p:spPr>
          <a:xfrm>
            <a:off x="4844535" y="3945306"/>
            <a:ext cx="4190480" cy="2387821"/>
          </a:xfrm>
        </p:spPr>
        <p:txBody>
          <a:bodyPr anchor="t">
            <a:normAutofit/>
          </a:bodyPr>
          <a:lstStyle>
            <a:lvl1pPr marL="0" indent="0">
              <a:buNone/>
              <a:defRPr sz="1200" baseline="0">
                <a:latin typeface="Hind Siliguri" panose="02000000000000000000" pitchFamily="2" charset="0"/>
                <a:cs typeface="Hind Siliguri" panose="02000000000000000000" pitchFamily="2" charset="0"/>
              </a:defRPr>
            </a:lvl1pPr>
          </a:lstStyle>
          <a:p>
            <a:pPr lvl="0"/>
            <a:r>
              <a:rPr lang="de-DE"/>
              <a:t>Hier sollen die Hürden beschrieben werden, die einer erfolgreichen Anwendung der Technologie in der Leitungssatzbranche noch im Wege stehen.«</a:t>
            </a:r>
          </a:p>
        </p:txBody>
      </p:sp>
      <p:sp>
        <p:nvSpPr>
          <p:cNvPr id="42" name="Textplatzhalt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405373" y="1102572"/>
            <a:ext cx="8629642" cy="2384821"/>
          </a:xfrm>
        </p:spPr>
        <p:txBody>
          <a:bodyPr anchor="t">
            <a:normAutofit/>
          </a:bodyPr>
          <a:lstStyle>
            <a:lvl1pPr marL="0" indent="0">
              <a:buNone/>
              <a:defRPr sz="1200" baseline="0">
                <a:latin typeface="Hind Siliguri" panose="02000000000000000000" pitchFamily="2" charset="0"/>
                <a:cs typeface="Hind Siliguri" panose="02000000000000000000" pitchFamily="2" charset="0"/>
              </a:defRPr>
            </a:lvl1pPr>
          </a:lstStyle>
          <a:p>
            <a:pPr lvl="0"/>
            <a:r>
              <a:rPr lang="de-DE"/>
              <a:t>An dieser Stelle sind die Kernmerkmale der entsprechenden Technologie zu beschreiben, also das Funktionsprinzip, der Prozessablauf etc. </a:t>
            </a:r>
          </a:p>
        </p:txBody>
      </p:sp>
      <p:sp>
        <p:nvSpPr>
          <p:cNvPr id="37" name="Textplatzhalt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9273993" y="4580679"/>
            <a:ext cx="2562225" cy="438893"/>
          </a:xfrm>
        </p:spPr>
        <p:txBody>
          <a:bodyPr anchor="t">
            <a:normAutofit/>
          </a:bodyPr>
          <a:lstStyle>
            <a:lvl1pPr marL="0" indent="0">
              <a:buNone/>
              <a:defRPr sz="1200" baseline="0">
                <a:latin typeface="Hind Siliguri" panose="02000000000000000000" pitchFamily="2" charset="0"/>
                <a:cs typeface="Hind Siliguri" panose="02000000000000000000" pitchFamily="2" charset="0"/>
              </a:defRPr>
            </a:lvl1pPr>
          </a:lstStyle>
          <a:p>
            <a:pPr lvl="0"/>
            <a:r>
              <a:rPr lang="de-DE"/>
              <a:t>Hier relevante Firmen, Institute und sonstige Player angeben.</a:t>
            </a:r>
          </a:p>
        </p:txBody>
      </p:sp>
      <p:sp>
        <p:nvSpPr>
          <p:cNvPr id="33" name="Textplatzhalter 32"/>
          <p:cNvSpPr>
            <a:spLocks noGrp="1"/>
          </p:cNvSpPr>
          <p:nvPr>
            <p:ph type="body" sz="quarter" idx="17" hasCustomPrompt="1"/>
          </p:nvPr>
        </p:nvSpPr>
        <p:spPr>
          <a:xfrm>
            <a:off x="9281425" y="2206995"/>
            <a:ext cx="2562225" cy="404304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latin typeface="Hind Siliguri" panose="02000000000000000000" pitchFamily="2" charset="0"/>
                <a:cs typeface="Hind Siliguri" panose="02000000000000000000" pitchFamily="2" charset="0"/>
              </a:defRPr>
            </a:lvl1pPr>
          </a:lstStyle>
          <a:p>
            <a:pPr lvl="0"/>
            <a:r>
              <a:rPr lang="de-DE"/>
              <a:t>1…9</a:t>
            </a:r>
          </a:p>
        </p:txBody>
      </p:sp>
      <p:sp>
        <p:nvSpPr>
          <p:cNvPr id="39" name="Textplatzhalter 32"/>
          <p:cNvSpPr>
            <a:spLocks noGrp="1"/>
          </p:cNvSpPr>
          <p:nvPr>
            <p:ph type="body" sz="quarter" idx="20" hasCustomPrompt="1"/>
          </p:nvPr>
        </p:nvSpPr>
        <p:spPr>
          <a:xfrm>
            <a:off x="9282292" y="6113940"/>
            <a:ext cx="2562225" cy="255557"/>
          </a:xfrm>
        </p:spPr>
        <p:txBody>
          <a:bodyPr anchor="t">
            <a:normAutofit/>
          </a:bodyPr>
          <a:lstStyle>
            <a:lvl1pPr marL="0" indent="0">
              <a:buNone/>
              <a:defRPr sz="1200">
                <a:latin typeface="Hind Siliguri" panose="02000000000000000000" pitchFamily="2" charset="0"/>
                <a:cs typeface="Hind Siliguri" panose="02000000000000000000" pitchFamily="2" charset="0"/>
              </a:defRPr>
            </a:lvl1pPr>
          </a:lstStyle>
          <a:p>
            <a:pPr lvl="0"/>
            <a:r>
              <a:rPr lang="de-DE"/>
              <a:t>Hier Text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7367" y="270936"/>
            <a:ext cx="7857067" cy="413808"/>
          </a:xfrm>
        </p:spPr>
        <p:txBody>
          <a:bodyPr/>
          <a:lstStyle>
            <a:lvl1pPr>
              <a:defRPr sz="1600">
                <a:solidFill>
                  <a:srgbClr val="D43300"/>
                </a:solidFill>
                <a:latin typeface="Hind Siliguri" panose="02000000000000000000" pitchFamily="2" charset="0"/>
                <a:cs typeface="Hind Siliguri" panose="02000000000000000000" pitchFamily="2" charset="0"/>
              </a:defRPr>
            </a:lvl1pPr>
          </a:lstStyle>
          <a:p>
            <a:r>
              <a:rPr lang="de-DE" noProof="0"/>
              <a:t>Name der Technologie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407368" y="6449487"/>
            <a:ext cx="2743200" cy="365125"/>
          </a:xfrm>
          <a:prstGeom prst="rect">
            <a:avLst/>
          </a:prstGeom>
        </p:spPr>
        <p:txBody>
          <a:bodyPr/>
          <a:lstStyle/>
          <a:p>
            <a:fld id="{A31A867B-93BE-448E-9C6C-AEFF46B99AC8}" type="datetimeFigureOut">
              <a:rPr lang="de-DE" noProof="0" smtClean="0"/>
              <a:t>18.11.2025</a:t>
            </a:fld>
            <a:endParaRPr lang="de-DE" noProof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A6983C-E47E-480B-819F-3F7B9CFC2484}" type="slidenum">
              <a:rPr lang="de-DE" noProof="0" smtClean="0"/>
              <a:t>‹#›</a:t>
            </a:fld>
            <a:endParaRPr lang="de-DE" noProof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7583" y="133542"/>
            <a:ext cx="2754095" cy="453048"/>
          </a:xfrm>
          <a:prstGeom prst="rect">
            <a:avLst/>
          </a:prstGeom>
        </p:spPr>
      </p:pic>
      <p:sp>
        <p:nvSpPr>
          <p:cNvPr id="7" name="Textfeld 6"/>
          <p:cNvSpPr txBox="1"/>
          <p:nvPr userDrawn="1"/>
        </p:nvSpPr>
        <p:spPr>
          <a:xfrm>
            <a:off x="407367" y="764018"/>
            <a:ext cx="1189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/>
              <a:t>Beschreibung</a:t>
            </a:r>
          </a:p>
        </p:txBody>
      </p:sp>
      <p:sp>
        <p:nvSpPr>
          <p:cNvPr id="9" name="Textfeld 8"/>
          <p:cNvSpPr txBox="1"/>
          <p:nvPr userDrawn="1"/>
        </p:nvSpPr>
        <p:spPr>
          <a:xfrm>
            <a:off x="407367" y="3606752"/>
            <a:ext cx="1680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/>
              <a:t>Nutzen/Anwendung</a:t>
            </a:r>
          </a:p>
        </p:txBody>
      </p:sp>
      <p:sp>
        <p:nvSpPr>
          <p:cNvPr id="11" name="Textfeld 10"/>
          <p:cNvSpPr txBox="1"/>
          <p:nvPr userDrawn="1"/>
        </p:nvSpPr>
        <p:spPr>
          <a:xfrm>
            <a:off x="4839097" y="3606752"/>
            <a:ext cx="1626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/>
              <a:t>Herausforderungen</a:t>
            </a:r>
          </a:p>
        </p:txBody>
      </p:sp>
      <p:sp>
        <p:nvSpPr>
          <p:cNvPr id="13" name="Textfeld 12"/>
          <p:cNvSpPr txBox="1"/>
          <p:nvPr userDrawn="1"/>
        </p:nvSpPr>
        <p:spPr>
          <a:xfrm>
            <a:off x="9234317" y="764018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/>
              <a:t>Trend</a:t>
            </a:r>
          </a:p>
        </p:txBody>
      </p:sp>
      <p:sp>
        <p:nvSpPr>
          <p:cNvPr id="14" name="Textfeld 13"/>
          <p:cNvSpPr txBox="1"/>
          <p:nvPr userDrawn="1"/>
        </p:nvSpPr>
        <p:spPr>
          <a:xfrm>
            <a:off x="9297475" y="1868440"/>
            <a:ext cx="4491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/>
              <a:t>TRL</a:t>
            </a:r>
          </a:p>
        </p:txBody>
      </p:sp>
      <p:sp>
        <p:nvSpPr>
          <p:cNvPr id="15" name="Textfeld 14"/>
          <p:cNvSpPr txBox="1"/>
          <p:nvPr userDrawn="1"/>
        </p:nvSpPr>
        <p:spPr>
          <a:xfrm>
            <a:off x="9281425" y="2735713"/>
            <a:ext cx="2562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/>
              <a:t>Bewertung der Adaptierbarkeit</a:t>
            </a:r>
          </a:p>
        </p:txBody>
      </p:sp>
      <p:sp>
        <p:nvSpPr>
          <p:cNvPr id="16" name="Textfeld 15"/>
          <p:cNvSpPr txBox="1"/>
          <p:nvPr userDrawn="1"/>
        </p:nvSpPr>
        <p:spPr>
          <a:xfrm>
            <a:off x="9283110" y="5861556"/>
            <a:ext cx="2573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/>
              <a:t>Ansprechpartner im Hub</a:t>
            </a:r>
          </a:p>
        </p:txBody>
      </p:sp>
      <p:sp>
        <p:nvSpPr>
          <p:cNvPr id="17" name="Textfeld 16"/>
          <p:cNvSpPr txBox="1"/>
          <p:nvPr userDrawn="1"/>
        </p:nvSpPr>
        <p:spPr>
          <a:xfrm>
            <a:off x="9281425" y="4265346"/>
            <a:ext cx="1554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/>
              <a:t>Relevante Akteure</a:t>
            </a:r>
          </a:p>
        </p:txBody>
      </p:sp>
      <p:sp>
        <p:nvSpPr>
          <p:cNvPr id="28" name="Textfeld 27"/>
          <p:cNvSpPr txBox="1"/>
          <p:nvPr userDrawn="1"/>
        </p:nvSpPr>
        <p:spPr>
          <a:xfrm>
            <a:off x="9283110" y="3044803"/>
            <a:ext cx="20628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b="0"/>
              <a:t>Direkt anwendbar</a:t>
            </a:r>
          </a:p>
          <a:p>
            <a:pPr algn="r"/>
            <a:endParaRPr lang="de-DE" sz="1200" b="0"/>
          </a:p>
          <a:p>
            <a:pPr algn="r"/>
            <a:r>
              <a:rPr lang="de-DE" sz="1200" b="0"/>
              <a:t>Moderater Adaptionsaufwand</a:t>
            </a:r>
          </a:p>
          <a:p>
            <a:pPr algn="r"/>
            <a:endParaRPr lang="de-DE" sz="1200" b="0"/>
          </a:p>
          <a:p>
            <a:pPr algn="r"/>
            <a:r>
              <a:rPr lang="de-DE" sz="1200" b="0"/>
              <a:t>Hoher</a:t>
            </a:r>
            <a:r>
              <a:rPr lang="de-DE" sz="1200" b="0" baseline="0"/>
              <a:t> Adaptionsaufwand</a:t>
            </a:r>
            <a:endParaRPr lang="de-DE" sz="1200" b="0"/>
          </a:p>
        </p:txBody>
      </p:sp>
      <p:cxnSp>
        <p:nvCxnSpPr>
          <p:cNvPr id="8" name="Gerader Verbinder 7"/>
          <p:cNvCxnSpPr/>
          <p:nvPr userDrawn="1"/>
        </p:nvCxnSpPr>
        <p:spPr>
          <a:xfrm>
            <a:off x="11386441" y="3021208"/>
            <a:ext cx="0" cy="10628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Ellipse 9"/>
          <p:cNvSpPr>
            <a:spLocks noChangeAspect="1"/>
          </p:cNvSpPr>
          <p:nvPr userDrawn="1"/>
        </p:nvSpPr>
        <p:spPr>
          <a:xfrm>
            <a:off x="11526074" y="3141447"/>
            <a:ext cx="108000" cy="10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Ellipse 35"/>
          <p:cNvSpPr>
            <a:spLocks noChangeAspect="1"/>
          </p:cNvSpPr>
          <p:nvPr userDrawn="1"/>
        </p:nvSpPr>
        <p:spPr>
          <a:xfrm>
            <a:off x="11526074" y="3505665"/>
            <a:ext cx="108000" cy="10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Ellipse 37"/>
          <p:cNvSpPr>
            <a:spLocks noChangeAspect="1"/>
          </p:cNvSpPr>
          <p:nvPr userDrawn="1"/>
        </p:nvSpPr>
        <p:spPr>
          <a:xfrm>
            <a:off x="11526074" y="3869883"/>
            <a:ext cx="108000" cy="10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/>
          <p:cNvSpPr/>
          <p:nvPr userDrawn="1"/>
        </p:nvSpPr>
        <p:spPr>
          <a:xfrm>
            <a:off x="9268047" y="5127487"/>
            <a:ext cx="2566209" cy="6434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32"/>
          <p:cNvSpPr>
            <a:spLocks noGrp="1"/>
          </p:cNvSpPr>
          <p:nvPr>
            <p:ph type="body" sz="quarter" idx="24" hasCustomPrompt="1"/>
          </p:nvPr>
        </p:nvSpPr>
        <p:spPr>
          <a:xfrm>
            <a:off x="9268047" y="5375682"/>
            <a:ext cx="2566209" cy="405884"/>
          </a:xfrm>
        </p:spPr>
        <p:txBody>
          <a:bodyPr anchor="t">
            <a:normAutofit/>
          </a:bodyPr>
          <a:lstStyle>
            <a:lvl1pPr marL="0" indent="0">
              <a:buNone/>
              <a:defRPr sz="1200" baseline="0">
                <a:latin typeface="Hind Siliguri" panose="02000000000000000000" pitchFamily="2" charset="0"/>
                <a:cs typeface="Hind Siliguri" panose="02000000000000000000" pitchFamily="2" charset="0"/>
              </a:defRPr>
            </a:lvl1pPr>
          </a:lstStyle>
          <a:p>
            <a:pPr lvl="0"/>
            <a:r>
              <a:rPr lang="de-DE"/>
              <a:t>Firma, Institut etc., die als Ursprung gelten</a:t>
            </a:r>
          </a:p>
        </p:txBody>
      </p:sp>
      <p:sp>
        <p:nvSpPr>
          <p:cNvPr id="35" name="Textfeld 34"/>
          <p:cNvSpPr txBox="1"/>
          <p:nvPr userDrawn="1"/>
        </p:nvSpPr>
        <p:spPr>
          <a:xfrm>
            <a:off x="9277359" y="5123430"/>
            <a:ext cx="20905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/>
              <a:t>Ursprung</a:t>
            </a:r>
            <a:r>
              <a:rPr lang="de-DE" sz="1400" b="1" baseline="0"/>
              <a:t> der Technologie</a:t>
            </a:r>
            <a:endParaRPr lang="de-DE" sz="1400" b="1"/>
          </a:p>
        </p:txBody>
      </p:sp>
    </p:spTree>
    <p:extLst>
      <p:ext uri="{BB962C8B-B14F-4D97-AF65-F5344CB8AC3E}">
        <p14:creationId xmlns:p14="http://schemas.microsoft.com/office/powerpoint/2010/main" val="219122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428461-E008-4252-93A0-FAA6B79FE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562DB97-9B01-40C7-AC35-5F86837AD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2E0D2BDD-C7DB-5E7B-86A9-D950A2EA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12890"/>
            <a:ext cx="7812707" cy="5465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de-DE" noProof="0"/>
              <a:t>Titelmasterformat durch Klicken bearbeiten</a:t>
            </a:r>
          </a:p>
        </p:txBody>
      </p:sp>
      <p:sp>
        <p:nvSpPr>
          <p:cNvPr id="15" name="Foliennummernplatzhalter 3">
            <a:extLst>
              <a:ext uri="{FF2B5EF4-FFF2-40B4-BE49-F238E27FC236}">
                <a16:creationId xmlns:a16="http://schemas.microsoft.com/office/drawing/2014/main" id="{602704CE-0EE8-B2DA-0F13-4209E98123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2082" y="6537534"/>
            <a:ext cx="612000" cy="288000"/>
          </a:xfrm>
          <a:prstGeom prst="rect">
            <a:avLst/>
          </a:prstGeom>
        </p:spPr>
        <p:txBody>
          <a:bodyPr/>
          <a:lstStyle/>
          <a:p>
            <a:fld id="{83A6983C-E47E-480B-819F-3F7B9CFC2484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2163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9448A51-BAB2-456C-8E5D-2797AFAD58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02258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16" imgH="416" progId="TCLayout.ActiveDocument.1">
                  <p:embed/>
                </p:oleObj>
              </mc:Choice>
              <mc:Fallback>
                <p:oleObj name="think-cell Folie" r:id="rId4" imgW="416" imgH="41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D9448A51-BAB2-456C-8E5D-2797AFAD58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048B450-E3C9-4F6E-A9FE-5038BCE461E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DE" sz="2800" b="1" i="0" baseline="0"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" name="Grafik 5" descr="Ein Bild, das draußen, Gebäude, Spur, Zug enthält.&#10;&#10;Automatisch generierte Beschreibung">
            <a:extLst>
              <a:ext uri="{FF2B5EF4-FFF2-40B4-BE49-F238E27FC236}">
                <a16:creationId xmlns:a16="http://schemas.microsoft.com/office/drawing/2014/main" id="{F4930228-B2E5-4A22-9DFA-3F877E66E46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60001" y="739351"/>
            <a:ext cx="8450714" cy="351897"/>
          </a:xfrm>
        </p:spPr>
        <p:txBody>
          <a:bodyPr lIns="36000" tIns="36000" rIns="36000" bIns="36000" anchor="ctr">
            <a:noAutofit/>
          </a:bodyPr>
          <a:lstStyle>
            <a:lvl1pPr marL="0" indent="0" algn="l">
              <a:buNone/>
              <a:defRPr sz="20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de-DE"/>
          </a:p>
        </p:txBody>
      </p:sp>
      <p:sp>
        <p:nvSpPr>
          <p:cNvPr id="18" name="Titel 17"/>
          <p:cNvSpPr>
            <a:spLocks noGrp="1"/>
          </p:cNvSpPr>
          <p:nvPr>
            <p:ph type="title"/>
          </p:nvPr>
        </p:nvSpPr>
        <p:spPr>
          <a:xfrm>
            <a:off x="360001" y="278887"/>
            <a:ext cx="8450714" cy="439017"/>
          </a:xfrm>
        </p:spPr>
        <p:txBody>
          <a:bodyPr lIns="36000" tIns="36000" rIns="36000" bIns="36000" anchor="ctr"/>
          <a:lstStyle>
            <a:lvl1pPr algn="l"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967463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FC59F496-0D13-05D5-192F-792BF6D329EE}"/>
              </a:ext>
            </a:extLst>
          </p:cNvPr>
          <p:cNvSpPr/>
          <p:nvPr userDrawn="1"/>
        </p:nvSpPr>
        <p:spPr>
          <a:xfrm>
            <a:off x="0" y="0"/>
            <a:ext cx="12192000" cy="3600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467783" y="2194257"/>
            <a:ext cx="9144000" cy="778027"/>
          </a:xfrm>
        </p:spPr>
        <p:txBody>
          <a:bodyPr anchor="t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Master-Untertitelformat bearbeiten</a:t>
            </a:r>
          </a:p>
        </p:txBody>
      </p:sp>
      <p:sp>
        <p:nvSpPr>
          <p:cNvPr id="18" name="Titel 17"/>
          <p:cNvSpPr>
            <a:spLocks noGrp="1"/>
          </p:cNvSpPr>
          <p:nvPr>
            <p:ph type="title"/>
          </p:nvPr>
        </p:nvSpPr>
        <p:spPr>
          <a:xfrm>
            <a:off x="467783" y="773992"/>
            <a:ext cx="9144000" cy="914912"/>
          </a:xfrm>
        </p:spPr>
        <p:txBody>
          <a:bodyPr anchor="t"/>
          <a:lstStyle>
            <a:lvl1pPr algn="l">
              <a:defRPr sz="2800">
                <a:solidFill>
                  <a:srgbClr val="D53300"/>
                </a:solidFill>
              </a:defRPr>
            </a:lvl1pPr>
          </a:lstStyle>
          <a:p>
            <a:r>
              <a:rPr lang="de-DE" noProof="0"/>
              <a:t>Mastertitelformat bearbeiten</a:t>
            </a:r>
          </a:p>
        </p:txBody>
      </p:sp>
      <p:pic>
        <p:nvPicPr>
          <p:cNvPr id="5" name="Grafik 4" descr="Ein Bild, das draußen, Gebäude, Spur, Zug enthält.&#10;&#10;Automatisch generierte Beschreibung">
            <a:extLst>
              <a:ext uri="{FF2B5EF4-FFF2-40B4-BE49-F238E27FC236}">
                <a16:creationId xmlns:a16="http://schemas.microsoft.com/office/drawing/2014/main" id="{EB6FDB6E-065B-CF66-EDF9-E532E900CA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00692"/>
            <a:ext cx="4068000" cy="3257308"/>
          </a:xfrm>
          <a:prstGeom prst="rect">
            <a:avLst/>
          </a:prstGeom>
        </p:spPr>
      </p:pic>
      <p:pic>
        <p:nvPicPr>
          <p:cNvPr id="6" name="Inhaltsplatzhalter 11">
            <a:extLst>
              <a:ext uri="{FF2B5EF4-FFF2-40B4-BE49-F238E27FC236}">
                <a16:creationId xmlns:a16="http://schemas.microsoft.com/office/drawing/2014/main" id="{BC58CDCF-DD0F-E157-4A19-630A11E488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68000" y="3600692"/>
            <a:ext cx="4497374" cy="3257308"/>
          </a:xfrm>
          <a:prstGeom prst="rect">
            <a:avLst/>
          </a:prstGeom>
        </p:spPr>
      </p:pic>
      <p:pic>
        <p:nvPicPr>
          <p:cNvPr id="7" name="Picture 4" descr="Open Hybrid LabFactory: Open Hybrid LabFactory e.V., OHLF, in Wolfsburg">
            <a:extLst>
              <a:ext uri="{FF2B5EF4-FFF2-40B4-BE49-F238E27FC236}">
                <a16:creationId xmlns:a16="http://schemas.microsoft.com/office/drawing/2014/main" id="{D95C800B-AF56-1C99-4C55-9D3C09394EE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532" b="11532"/>
          <a:stretch/>
        </p:blipFill>
        <p:spPr bwMode="auto">
          <a:xfrm>
            <a:off x="5126272" y="3677615"/>
            <a:ext cx="1939456" cy="317084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F4AE2FD6-A203-10BA-FD21-EF56B88B341A}"/>
              </a:ext>
            </a:extLst>
          </p:cNvPr>
          <p:cNvGrpSpPr/>
          <p:nvPr userDrawn="1"/>
        </p:nvGrpSpPr>
        <p:grpSpPr>
          <a:xfrm>
            <a:off x="1127895" y="3687476"/>
            <a:ext cx="1812209" cy="313081"/>
            <a:chOff x="1136716" y="3694998"/>
            <a:chExt cx="2258417" cy="390169"/>
          </a:xfrm>
          <a:solidFill>
            <a:schemeClr val="bg1"/>
          </a:solidFill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3DC0CE1-8B52-342E-FE7D-4E1B7E4B9CF2}"/>
                </a:ext>
              </a:extLst>
            </p:cNvPr>
            <p:cNvSpPr/>
            <p:nvPr userDrawn="1"/>
          </p:nvSpPr>
          <p:spPr>
            <a:xfrm>
              <a:off x="1136716" y="3694998"/>
              <a:ext cx="2258417" cy="39016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78439B97-B7A7-E20E-1DCA-E95F07349F6E}"/>
                </a:ext>
              </a:extLst>
            </p:cNvPr>
            <p:cNvPicPr>
              <a:picLocks noChangeAspect="1" noChangeArrowheads="1"/>
            </p:cNvPicPr>
            <p:nvPr userDrawn="1">
              <p:custDataLst>
                <p:tags r:id="rId1"/>
              </p:custDataLst>
            </p:nvPr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8797" y="3761621"/>
              <a:ext cx="2114254" cy="25692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 cap="flat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</p:pic>
      </p:grpSp>
      <p:pic>
        <p:nvPicPr>
          <p:cNvPr id="14" name="Grafik 13">
            <a:extLst>
              <a:ext uri="{FF2B5EF4-FFF2-40B4-BE49-F238E27FC236}">
                <a16:creationId xmlns:a16="http://schemas.microsoft.com/office/drawing/2014/main" id="{8E9FFA75-BCCB-94DF-B28D-6BBB60E279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0669" b="13031"/>
          <a:stretch/>
        </p:blipFill>
        <p:spPr>
          <a:xfrm>
            <a:off x="8124000" y="3600692"/>
            <a:ext cx="4068000" cy="3257308"/>
          </a:xfrm>
          <a:prstGeom prst="rect">
            <a:avLst/>
          </a:prstGeom>
        </p:spPr>
      </p:pic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FFC97E12-FC8A-E7E1-4AC9-D659ADC5A105}"/>
              </a:ext>
            </a:extLst>
          </p:cNvPr>
          <p:cNvGrpSpPr/>
          <p:nvPr userDrawn="1"/>
        </p:nvGrpSpPr>
        <p:grpSpPr>
          <a:xfrm>
            <a:off x="9366252" y="3677615"/>
            <a:ext cx="1801392" cy="276762"/>
            <a:chOff x="9689203" y="2936245"/>
            <a:chExt cx="1996300" cy="306707"/>
          </a:xfrm>
          <a:solidFill>
            <a:schemeClr val="bg1"/>
          </a:solidFill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74656D41-8553-4A64-985C-FBDB4943535E}"/>
                </a:ext>
              </a:extLst>
            </p:cNvPr>
            <p:cNvSpPr/>
            <p:nvPr userDrawn="1"/>
          </p:nvSpPr>
          <p:spPr>
            <a:xfrm>
              <a:off x="9689203" y="2936245"/>
              <a:ext cx="1996300" cy="3067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Picture 2" descr="Bayern Innovativ GmbH - gate Garching DE">
              <a:extLst>
                <a:ext uri="{FF2B5EF4-FFF2-40B4-BE49-F238E27FC236}">
                  <a16:creationId xmlns:a16="http://schemas.microsoft.com/office/drawing/2014/main" id="{F46C2AB7-7D2D-CA63-435D-BAB30B1BF89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38939" y="2964087"/>
              <a:ext cx="1912535" cy="251021"/>
            </a:xfrm>
            <a:prstGeom prst="rect">
              <a:avLst/>
            </a:prstGeom>
            <a:grp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09052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11"/>
          </p:nvPr>
        </p:nvSpPr>
        <p:spPr>
          <a:xfrm>
            <a:off x="407368" y="1054107"/>
            <a:ext cx="11377264" cy="5256000"/>
          </a:xfrm>
        </p:spPr>
        <p:txBody>
          <a:bodyPr lIns="36000" tIns="36000" rIns="36000" bIns="3600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Foliennummernplatzhalter 3">
            <a:extLst>
              <a:ext uri="{FF2B5EF4-FFF2-40B4-BE49-F238E27FC236}">
                <a16:creationId xmlns:a16="http://schemas.microsoft.com/office/drawing/2014/main" id="{F1490701-2A74-AD38-B7C1-8DE50CB8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2082" y="6537534"/>
            <a:ext cx="612000" cy="288000"/>
          </a:xfrm>
          <a:prstGeom prst="rect">
            <a:avLst/>
          </a:prstGeom>
        </p:spPr>
        <p:txBody>
          <a:bodyPr/>
          <a:lstStyle/>
          <a:p>
            <a:fld id="{83A6983C-E47E-480B-819F-3F7B9CFC2484}" type="slidenum">
              <a:rPr lang="de-DE" noProof="0" smtClean="0"/>
              <a:t>‹#›</a:t>
            </a:fld>
            <a:endParaRPr lang="de-DE" noProof="0"/>
          </a:p>
        </p:txBody>
      </p:sp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BCDD2714-306F-F187-D5ED-03ADCB148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12890"/>
            <a:ext cx="7812707" cy="5465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de-DE" noProof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3742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428461-E008-4252-93A0-FAA6B79FE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562DB97-9B01-40C7-AC35-5F86837AD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2E0D2BDD-C7DB-5E7B-86A9-D950A2EA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12890"/>
            <a:ext cx="7812707" cy="5465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de-DE" noProof="0"/>
              <a:t>Titelmasterformat durch Klicken bearbeiten</a:t>
            </a:r>
          </a:p>
        </p:txBody>
      </p:sp>
      <p:sp>
        <p:nvSpPr>
          <p:cNvPr id="15" name="Foliennummernplatzhalter 3">
            <a:extLst>
              <a:ext uri="{FF2B5EF4-FFF2-40B4-BE49-F238E27FC236}">
                <a16:creationId xmlns:a16="http://schemas.microsoft.com/office/drawing/2014/main" id="{602704CE-0EE8-B2DA-0F13-4209E98123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2082" y="6537534"/>
            <a:ext cx="612000" cy="288000"/>
          </a:xfrm>
          <a:prstGeom prst="rect">
            <a:avLst/>
          </a:prstGeom>
        </p:spPr>
        <p:txBody>
          <a:bodyPr/>
          <a:lstStyle/>
          <a:p>
            <a:fld id="{83A6983C-E47E-480B-819F-3F7B9CFC2484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182044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slideLayout" Target="../slideLayouts/slideLayout8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heme" Target="../theme/theme2.xml"/><Relationship Id="rId9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/>
          <p:cNvGraphicFramePr>
            <a:graphicFrameLocks noChangeAspect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0139824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411" imgH="412" progId="TCLayout.ActiveDocument.1">
                  <p:embed/>
                </p:oleObj>
              </mc:Choice>
              <mc:Fallback>
                <p:oleObj name="think-cell Folie" r:id="rId9" imgW="411" imgH="412" progId="TCLayout.ActiveDocument.1">
                  <p:embed/>
                  <p:pic>
                    <p:nvPicPr>
                      <p:cNvPr id="9" name="Objekt 8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>
            <p:custDataLst>
              <p:tags r:id="rId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de-DE" sz="1800" b="1" i="0" baseline="0"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07368" y="278888"/>
            <a:ext cx="7857067" cy="413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 fontAlgn="auto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07368" y="902759"/>
            <a:ext cx="11377264" cy="4599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07368" y="64494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A867B-93BE-448E-9C6C-AEFF46B99AC8}" type="datetimeFigureOut">
              <a:rPr lang="de-DE" noProof="0" smtClean="0"/>
              <a:t>18.11.2025</a:t>
            </a:fld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158098" y="6449487"/>
            <a:ext cx="6265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6983C-E47E-480B-819F-3F7B9CFC2484}" type="slidenum">
              <a:rPr lang="de-DE" noProof="0" smtClean="0"/>
              <a:t>‹#›</a:t>
            </a:fld>
            <a:endParaRPr lang="de-DE" noProof="0"/>
          </a:p>
        </p:txBody>
      </p:sp>
      <p:cxnSp>
        <p:nvCxnSpPr>
          <p:cNvPr id="8" name="Gerader Verbinder 7"/>
          <p:cNvCxnSpPr/>
          <p:nvPr/>
        </p:nvCxnSpPr>
        <p:spPr>
          <a:xfrm>
            <a:off x="407368" y="692696"/>
            <a:ext cx="1137726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14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32" r:id="rId3"/>
    <p:sldLayoutId id="2147483740" r:id="rId4"/>
    <p:sldLayoutId id="214748376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1800" b="1" kern="1200" dirty="0">
          <a:solidFill>
            <a:srgbClr val="F79646">
              <a:lumMod val="75000"/>
            </a:srgb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44CE5C9C-D68F-4EE0-B7EA-ACFB064E75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6815599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" imgW="416" imgH="416" progId="TCLayout.ActiveDocument.1">
                  <p:embed/>
                </p:oleObj>
              </mc:Choice>
              <mc:Fallback>
                <p:oleObj name="think-cell Folie" r:id="rId7" imgW="416" imgH="416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44CE5C9C-D68F-4EE0-B7EA-ACFB064E75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78F4C40C-83EF-46F9-83F3-C4CE9A768FC5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DE" sz="2000" b="1" i="0" baseline="0"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07368" y="1054106"/>
            <a:ext cx="11377264" cy="5256000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1" name="Foliennummernplatzhalter 3">
            <a:extLst>
              <a:ext uri="{FF2B5EF4-FFF2-40B4-BE49-F238E27FC236}">
                <a16:creationId xmlns:a16="http://schemas.microsoft.com/office/drawing/2014/main" id="{BFB99B2B-6C52-AC03-9934-BC94D7CC6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2082" y="6537534"/>
            <a:ext cx="612000" cy="2880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3A6983C-E47E-480B-819F-3F7B9CFC248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48D14CE4-7E44-AD8E-FD51-7E069F5C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12890"/>
            <a:ext cx="7812707" cy="5465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de-DE" noProof="0"/>
              <a:t>Titelmasterformat durch Klicken bearbeiten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502838B-841E-6FB9-69D2-540B6E923D42}"/>
              </a:ext>
            </a:extLst>
          </p:cNvPr>
          <p:cNvCxnSpPr/>
          <p:nvPr userDrawn="1"/>
        </p:nvCxnSpPr>
        <p:spPr>
          <a:xfrm>
            <a:off x="407368" y="692696"/>
            <a:ext cx="1137726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AB87FC23-05C9-6FFF-A5AF-7526E69BC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444" t="42523" r="14444" b="42523"/>
          <a:stretch/>
        </p:blipFill>
        <p:spPr>
          <a:xfrm>
            <a:off x="9384960" y="124720"/>
            <a:ext cx="2439122" cy="51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30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1" r:id="rId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None/>
        <a:defRPr lang="de-DE" sz="1800" b="1" kern="1200" noProof="0">
          <a:solidFill>
            <a:srgbClr val="D533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18" Type="http://schemas.openxmlformats.org/officeDocument/2006/relationships/hyperlink" Target="https://www.te.com/de/product-1418796-3.html" TargetMode="External"/><Relationship Id="rId26" Type="http://schemas.openxmlformats.org/officeDocument/2006/relationships/hyperlink" Target="https://www.te.com/de/product-1241390-1.html" TargetMode="External"/><Relationship Id="rId3" Type="http://schemas.openxmlformats.org/officeDocument/2006/relationships/image" Target="../media/image17.png"/><Relationship Id="rId21" Type="http://schemas.openxmlformats.org/officeDocument/2006/relationships/hyperlink" Target="https://www.te.com/de/product-2302475-1.html" TargetMode="External"/><Relationship Id="rId7" Type="http://schemas.openxmlformats.org/officeDocument/2006/relationships/image" Target="../media/image20.emf"/><Relationship Id="rId12" Type="http://schemas.openxmlformats.org/officeDocument/2006/relationships/hyperlink" Target="https://www.te.com/de/product-2470649-9.html" TargetMode="External"/><Relationship Id="rId17" Type="http://schemas.openxmlformats.org/officeDocument/2006/relationships/image" Target="../media/image26.png"/><Relationship Id="rId25" Type="http://schemas.openxmlformats.org/officeDocument/2006/relationships/hyperlink" Target="https://www.te.com/de/product-2-1703930-1.html" TargetMode="External"/><Relationship Id="rId33" Type="http://schemas.openxmlformats.org/officeDocument/2006/relationships/image" Target="../media/image35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.png"/><Relationship Id="rId20" Type="http://schemas.openxmlformats.org/officeDocument/2006/relationships/image" Target="../media/image28.jpeg"/><Relationship Id="rId29" Type="http://schemas.openxmlformats.org/officeDocument/2006/relationships/image" Target="../media/image31.png"/><Relationship Id="rId1" Type="http://schemas.openxmlformats.org/officeDocument/2006/relationships/tags" Target="../tags/tag10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2.png"/><Relationship Id="rId24" Type="http://schemas.openxmlformats.org/officeDocument/2006/relationships/hyperlink" Target="https://www.te.com/de/product-1-1703930-1.html" TargetMode="External"/><Relationship Id="rId32" Type="http://schemas.openxmlformats.org/officeDocument/2006/relationships/image" Target="../media/image34.png"/><Relationship Id="rId5" Type="http://schemas.openxmlformats.org/officeDocument/2006/relationships/image" Target="../media/image19.png"/><Relationship Id="rId15" Type="http://schemas.openxmlformats.org/officeDocument/2006/relationships/hyperlink" Target="https://www.te.com/de/product-2-2310137-1.html" TargetMode="External"/><Relationship Id="rId23" Type="http://schemas.openxmlformats.org/officeDocument/2006/relationships/hyperlink" Target="https://www.te.com/de/product-5-928999-1.html" TargetMode="External"/><Relationship Id="rId28" Type="http://schemas.openxmlformats.org/officeDocument/2006/relationships/image" Target="../media/image30.png"/><Relationship Id="rId10" Type="http://schemas.openxmlformats.org/officeDocument/2006/relationships/hyperlink" Target="https://www.te.com/de/product-1473649-9.html" TargetMode="External"/><Relationship Id="rId19" Type="http://schemas.openxmlformats.org/officeDocument/2006/relationships/image" Target="../media/image27.png"/><Relationship Id="rId31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hyperlink" Target="https://www.te.com/de/product-2470829-9.html" TargetMode="External"/><Relationship Id="rId14" Type="http://schemas.openxmlformats.org/officeDocument/2006/relationships/image" Target="../media/image24.png"/><Relationship Id="rId22" Type="http://schemas.openxmlformats.org/officeDocument/2006/relationships/hyperlink" Target="https://www.te.com/de/product-2141824-1.html" TargetMode="External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8" Type="http://schemas.openxmlformats.org/officeDocument/2006/relationships/image" Target="../media/image2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27.png"/><Relationship Id="rId18" Type="http://schemas.openxmlformats.org/officeDocument/2006/relationships/image" Target="../media/image35.png"/><Relationship Id="rId3" Type="http://schemas.openxmlformats.org/officeDocument/2006/relationships/image" Target="../media/image21.jpeg"/><Relationship Id="rId7" Type="http://schemas.openxmlformats.org/officeDocument/2006/relationships/image" Target="../media/image19.png"/><Relationship Id="rId12" Type="http://schemas.openxmlformats.org/officeDocument/2006/relationships/image" Target="../media/image26.png"/><Relationship Id="rId17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png"/><Relationship Id="rId1" Type="http://schemas.openxmlformats.org/officeDocument/2006/relationships/tags" Target="../tags/tag11.xml"/><Relationship Id="rId6" Type="http://schemas.openxmlformats.org/officeDocument/2006/relationships/image" Target="../media/image18.png"/><Relationship Id="rId11" Type="http://schemas.openxmlformats.org/officeDocument/2006/relationships/image" Target="../media/image25.png"/><Relationship Id="rId5" Type="http://schemas.openxmlformats.org/officeDocument/2006/relationships/image" Target="../media/image17.png"/><Relationship Id="rId15" Type="http://schemas.openxmlformats.org/officeDocument/2006/relationships/image" Target="../media/image23.png"/><Relationship Id="rId10" Type="http://schemas.openxmlformats.org/officeDocument/2006/relationships/image" Target="../media/image24.png"/><Relationship Id="rId4" Type="http://schemas.openxmlformats.org/officeDocument/2006/relationships/image" Target="../media/image28.jpeg"/><Relationship Id="rId9" Type="http://schemas.openxmlformats.org/officeDocument/2006/relationships/image" Target="../media/image20.emf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02CB-5AB7-D6ED-32AF-043FCCBED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 descr="Ein Bild, das Entwurf, Zeichnung, Diagramm, Text enthält.&#10;&#10;KI-generierte Inhalte können fehlerhaft sein.">
            <a:extLst>
              <a:ext uri="{FF2B5EF4-FFF2-40B4-BE49-F238E27FC236}">
                <a16:creationId xmlns:a16="http://schemas.microsoft.com/office/drawing/2014/main" id="{89E4D60B-4274-5B31-8273-D51356BC7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655" y="4738969"/>
            <a:ext cx="2066926" cy="948017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E881694E-C50F-C336-147D-891A7A7E0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094" y="3005405"/>
            <a:ext cx="2092024" cy="9875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9770A53-4858-D3C7-4AF0-22EF5503B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309" y="1161939"/>
            <a:ext cx="2124299" cy="1121284"/>
          </a:xfrm>
          <a:prstGeom prst="rect">
            <a:avLst/>
          </a:prstGeom>
        </p:spPr>
      </p:pic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5FC251A-A987-9EDB-21FB-90C8B910EC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473" imgH="473" progId="TCLayout.ActiveDocument.1">
                  <p:embed/>
                </p:oleObj>
              </mc:Choice>
              <mc:Fallback>
                <p:oleObj name="think-cell Folie" r:id="rId6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FC251A-A987-9EDB-21FB-90C8B910EC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0CB6DF3D-43EA-767C-66D4-52291962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12890"/>
            <a:ext cx="9258602" cy="546558"/>
          </a:xfrm>
        </p:spPr>
        <p:txBody>
          <a:bodyPr vert="horz"/>
          <a:lstStyle/>
          <a:p>
            <a:r>
              <a:rPr lang="de-DE" sz="1800" b="1"/>
              <a:t>Definition Leitungssatz RC 3</a:t>
            </a:r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074E1BE-ECB4-FC8F-ECB8-B4C7C16D4DEF}"/>
              </a:ext>
            </a:extLst>
          </p:cNvPr>
          <p:cNvSpPr txBox="1"/>
          <p:nvPr/>
        </p:nvSpPr>
        <p:spPr>
          <a:xfrm>
            <a:off x="5773664" y="201195"/>
            <a:ext cx="308296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Vorschlag Stand 17</a:t>
            </a:r>
            <a:r>
              <a:rPr lang="de-DE">
                <a:solidFill>
                  <a:prstClr val="black"/>
                </a:solidFill>
                <a:latin typeface="Arial" panose="020B0604020202020204"/>
              </a:rPr>
              <a:t>.10.2025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8" name="Grafik 37" descr="Ein Bild, das Entwurf, Zeichnung, technische Zeichnung, Diagramm enthält.">
            <a:extLst>
              <a:ext uri="{FF2B5EF4-FFF2-40B4-BE49-F238E27FC236}">
                <a16:creationId xmlns:a16="http://schemas.microsoft.com/office/drawing/2014/main" id="{7711F4CE-E5DC-FC18-FA85-4E557F7224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568863" y="3202545"/>
            <a:ext cx="1637872" cy="723154"/>
          </a:xfrm>
          <a:prstGeom prst="rect">
            <a:avLst/>
          </a:prstGeom>
        </p:spPr>
      </p:pic>
      <p:sp>
        <p:nvSpPr>
          <p:cNvPr id="45" name="Rechteck 44">
            <a:extLst>
              <a:ext uri="{FF2B5EF4-FFF2-40B4-BE49-F238E27FC236}">
                <a16:creationId xmlns:a16="http://schemas.microsoft.com/office/drawing/2014/main" id="{47E3D77D-D6EC-9252-F0B4-614BA48C2626}"/>
              </a:ext>
            </a:extLst>
          </p:cNvPr>
          <p:cNvSpPr/>
          <p:nvPr/>
        </p:nvSpPr>
        <p:spPr>
          <a:xfrm>
            <a:off x="1386029" y="959473"/>
            <a:ext cx="2247918" cy="476846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AD69C51E-5C17-03DD-3C37-F71D12FB9878}"/>
              </a:ext>
            </a:extLst>
          </p:cNvPr>
          <p:cNvSpPr txBox="1"/>
          <p:nvPr/>
        </p:nvSpPr>
        <p:spPr>
          <a:xfrm>
            <a:off x="1094470" y="5929721"/>
            <a:ext cx="1172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verbaut 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9"/>
              </a:rPr>
              <a:t>PN 2470829-9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BA7AC044-2854-25EC-529F-A6B3FC9249BD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1680528" y="5727938"/>
            <a:ext cx="203070" cy="201783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6336977D-3B4C-D9BE-020E-60394DFFFB5B}"/>
              </a:ext>
            </a:extLst>
          </p:cNvPr>
          <p:cNvSpPr txBox="1"/>
          <p:nvPr/>
        </p:nvSpPr>
        <p:spPr>
          <a:xfrm>
            <a:off x="37286" y="1610501"/>
            <a:ext cx="14106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Stecker Modul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10"/>
              </a:rPr>
              <a:t>PN 2470646-9</a:t>
            </a:r>
            <a:endParaRPr kumimoji="0" lang="de-DE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18 x MQS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FADFD7C-48DE-CE98-B774-4B705E880F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691" y="853713"/>
            <a:ext cx="754449" cy="732864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E7B9E5C5-46CC-04A2-B2B0-475A58C9D8C4}"/>
              </a:ext>
            </a:extLst>
          </p:cNvPr>
          <p:cNvSpPr txBox="1"/>
          <p:nvPr/>
        </p:nvSpPr>
        <p:spPr>
          <a:xfrm>
            <a:off x="-23329" y="3499155"/>
            <a:ext cx="14596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Stecker Modul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12"/>
              </a:rPr>
              <a:t>PN 2470649-9</a:t>
            </a:r>
            <a:endParaRPr kumimoji="0" lang="de-DE" sz="1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 x AMP MCP2.8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0B1AB5-7C4A-AC61-12CC-8C5590DE78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3994" y="2740619"/>
            <a:ext cx="673146" cy="731061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550CE601-EEB5-B382-FAA9-ADDAB37B9D03}"/>
              </a:ext>
            </a:extLst>
          </p:cNvPr>
          <p:cNvSpPr txBox="1"/>
          <p:nvPr/>
        </p:nvSpPr>
        <p:spPr>
          <a:xfrm>
            <a:off x="-47959" y="5190762"/>
            <a:ext cx="1545327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Stecker Modul 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PN </a:t>
            </a:r>
            <a:r>
              <a:rPr lang="de-DE" sz="1000" b="1">
                <a:latin typeface="Arial" panose="020B0604020202020204"/>
              </a:rPr>
              <a:t>2470653-9</a:t>
            </a:r>
            <a:endParaRPr lang="de-DE" sz="1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 x MATE-AX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>
                <a:latin typeface="Arial" panose="020B0604020202020204"/>
              </a:rPr>
              <a:t>(Mini-</a:t>
            </a:r>
            <a:r>
              <a:rPr lang="de-DE" sz="1000" err="1">
                <a:latin typeface="Arial" panose="020B0604020202020204"/>
              </a:rPr>
              <a:t>Coax</a:t>
            </a:r>
            <a:r>
              <a:rPr lang="de-DE" sz="1000">
                <a:latin typeface="Arial" panose="020B0604020202020204"/>
              </a:rPr>
              <a:t>)</a:t>
            </a:r>
            <a:endParaRPr kumimoji="0" lang="de-DE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F742FAD3-A5C8-19AF-E793-71E4725A40F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42428" y="4655684"/>
            <a:ext cx="1015627" cy="872199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807129AF-A60C-9619-6C84-06848A7E59C2}"/>
              </a:ext>
            </a:extLst>
          </p:cNvPr>
          <p:cNvSpPr txBox="1"/>
          <p:nvPr/>
        </p:nvSpPr>
        <p:spPr>
          <a:xfrm>
            <a:off x="7246471" y="5527883"/>
            <a:ext cx="1991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Stecker 1pol ; </a:t>
            </a: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15"/>
              </a:rPr>
              <a:t>PN 2-2310137-1</a:t>
            </a:r>
            <a:endParaRPr kumimoji="0" lang="de-DE" sz="1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 x MATE-AX (Mini-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Coax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6CF2B82B-DBDF-6DDC-3508-27AB65ED9F9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0" y="4815576"/>
            <a:ext cx="583598" cy="712307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20DA46A2-5D06-4465-AE77-3D1C748B6EA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1938" y="2772556"/>
            <a:ext cx="809202" cy="859975"/>
          </a:xfrm>
          <a:prstGeom prst="rect">
            <a:avLst/>
          </a:prstGeom>
        </p:spPr>
      </p:pic>
      <p:sp>
        <p:nvSpPr>
          <p:cNvPr id="35" name="Textfeld 34">
            <a:extLst>
              <a:ext uri="{FF2B5EF4-FFF2-40B4-BE49-F238E27FC236}">
                <a16:creationId xmlns:a16="http://schemas.microsoft.com/office/drawing/2014/main" id="{2A41AAC9-445B-7062-4E2C-372B21A95DB3}"/>
              </a:ext>
            </a:extLst>
          </p:cNvPr>
          <p:cNvSpPr txBox="1"/>
          <p:nvPr/>
        </p:nvSpPr>
        <p:spPr>
          <a:xfrm>
            <a:off x="7204792" y="3653043"/>
            <a:ext cx="20746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Stecker 2pol ; </a:t>
            </a: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18"/>
              </a:rPr>
              <a:t>PN 1418796-3</a:t>
            </a:r>
            <a:endParaRPr kumimoji="0" lang="de-DE" sz="1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 x AMP MCP2.8K (Kammer 1-2)</a:t>
            </a:r>
          </a:p>
        </p:txBody>
      </p: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8B1036DE-CC8C-E465-358C-575632ECF62B}"/>
              </a:ext>
            </a:extLst>
          </p:cNvPr>
          <p:cNvCxnSpPr>
            <a:cxnSpLocks/>
          </p:cNvCxnSpPr>
          <p:nvPr/>
        </p:nvCxnSpPr>
        <p:spPr>
          <a:xfrm>
            <a:off x="2330362" y="3337378"/>
            <a:ext cx="0" cy="7712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7513C9E6-A8F0-237F-901A-DE058A065D7B}"/>
              </a:ext>
            </a:extLst>
          </p:cNvPr>
          <p:cNvCxnSpPr>
            <a:cxnSpLocks/>
          </p:cNvCxnSpPr>
          <p:nvPr/>
        </p:nvCxnSpPr>
        <p:spPr>
          <a:xfrm>
            <a:off x="6256036" y="3632531"/>
            <a:ext cx="0" cy="47611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63EB177D-EED2-B2BF-FA2D-4385E22C0236}"/>
              </a:ext>
            </a:extLst>
          </p:cNvPr>
          <p:cNvCxnSpPr>
            <a:cxnSpLocks/>
          </p:cNvCxnSpPr>
          <p:nvPr/>
        </p:nvCxnSpPr>
        <p:spPr>
          <a:xfrm>
            <a:off x="2330362" y="4108644"/>
            <a:ext cx="392567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AB185F35-8170-5731-251E-CC6685DC4386}"/>
              </a:ext>
            </a:extLst>
          </p:cNvPr>
          <p:cNvCxnSpPr>
            <a:cxnSpLocks/>
          </p:cNvCxnSpPr>
          <p:nvPr/>
        </p:nvCxnSpPr>
        <p:spPr>
          <a:xfrm>
            <a:off x="1910255" y="3337378"/>
            <a:ext cx="0" cy="10081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A14BDCBD-5976-CFD2-7952-AB8182E3404E}"/>
              </a:ext>
            </a:extLst>
          </p:cNvPr>
          <p:cNvCxnSpPr>
            <a:cxnSpLocks/>
          </p:cNvCxnSpPr>
          <p:nvPr/>
        </p:nvCxnSpPr>
        <p:spPr>
          <a:xfrm>
            <a:off x="1910255" y="4345519"/>
            <a:ext cx="462687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069035C8-CA89-FDE6-99E2-3DCC806455A2}"/>
              </a:ext>
            </a:extLst>
          </p:cNvPr>
          <p:cNvCxnSpPr>
            <a:cxnSpLocks/>
          </p:cNvCxnSpPr>
          <p:nvPr/>
        </p:nvCxnSpPr>
        <p:spPr>
          <a:xfrm>
            <a:off x="6537126" y="3632531"/>
            <a:ext cx="0" cy="7129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98852D00-FB12-C001-5358-1CDA8B2D2974}"/>
              </a:ext>
            </a:extLst>
          </p:cNvPr>
          <p:cNvSpPr txBox="1"/>
          <p:nvPr/>
        </p:nvSpPr>
        <p:spPr>
          <a:xfrm>
            <a:off x="3616695" y="4076255"/>
            <a:ext cx="23439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B649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 x 1,5mm² Einzelleitungen</a:t>
            </a:r>
          </a:p>
        </p:txBody>
      </p: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E22BAA8E-875A-ED51-4526-E328DA635BD8}"/>
              </a:ext>
            </a:extLst>
          </p:cNvPr>
          <p:cNvCxnSpPr>
            <a:cxnSpLocks/>
          </p:cNvCxnSpPr>
          <p:nvPr/>
        </p:nvCxnSpPr>
        <p:spPr>
          <a:xfrm>
            <a:off x="2698594" y="5098211"/>
            <a:ext cx="0" cy="529768"/>
          </a:xfrm>
          <a:prstGeom prst="line">
            <a:avLst/>
          </a:prstGeom>
          <a:ln w="19050">
            <a:solidFill>
              <a:srgbClr val="E46C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82F5DDF3-821D-4EC8-3315-0CF839CFA4F9}"/>
              </a:ext>
            </a:extLst>
          </p:cNvPr>
          <p:cNvCxnSpPr>
            <a:cxnSpLocks/>
          </p:cNvCxnSpPr>
          <p:nvPr/>
        </p:nvCxnSpPr>
        <p:spPr>
          <a:xfrm>
            <a:off x="2698594" y="5627979"/>
            <a:ext cx="3697636" cy="0"/>
          </a:xfrm>
          <a:prstGeom prst="line">
            <a:avLst/>
          </a:prstGeom>
          <a:ln w="19050">
            <a:solidFill>
              <a:srgbClr val="E46C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1A0D13DD-6A65-7BFE-C8FC-CD73DD88A0C4}"/>
              </a:ext>
            </a:extLst>
          </p:cNvPr>
          <p:cNvCxnSpPr>
            <a:cxnSpLocks/>
          </p:cNvCxnSpPr>
          <p:nvPr/>
        </p:nvCxnSpPr>
        <p:spPr>
          <a:xfrm>
            <a:off x="6404856" y="5244444"/>
            <a:ext cx="0" cy="383535"/>
          </a:xfrm>
          <a:prstGeom prst="line">
            <a:avLst/>
          </a:prstGeom>
          <a:ln w="19050">
            <a:solidFill>
              <a:srgbClr val="E46C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feld 80">
            <a:extLst>
              <a:ext uri="{FF2B5EF4-FFF2-40B4-BE49-F238E27FC236}">
                <a16:creationId xmlns:a16="http://schemas.microsoft.com/office/drawing/2014/main" id="{5E9BAF16-AA03-3928-8A2C-3A6F4BC3C310}"/>
              </a:ext>
            </a:extLst>
          </p:cNvPr>
          <p:cNvSpPr txBox="1"/>
          <p:nvPr/>
        </p:nvSpPr>
        <p:spPr>
          <a:xfrm>
            <a:off x="3684677" y="5244444"/>
            <a:ext cx="227337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E46C0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 x </a:t>
            </a:r>
            <a:r>
              <a:rPr kumimoji="0" lang="de-DE" sz="1400" b="0" i="0" u="none" strike="noStrike" kern="1200" cap="none" spc="0" normalizeH="0" baseline="0" noProof="0" err="1">
                <a:ln>
                  <a:noFill/>
                </a:ln>
                <a:solidFill>
                  <a:srgbClr val="E46C0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Coax</a:t>
            </a: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E46C0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-Leitung (RG174)</a:t>
            </a:r>
          </a:p>
        </p:txBody>
      </p:sp>
      <p:pic>
        <p:nvPicPr>
          <p:cNvPr id="82" name="Grafik 81">
            <a:extLst>
              <a:ext uri="{FF2B5EF4-FFF2-40B4-BE49-F238E27FC236}">
                <a16:creationId xmlns:a16="http://schemas.microsoft.com/office/drawing/2014/main" id="{9672C741-7547-D87E-9BD8-F358D194052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18059" y="912839"/>
            <a:ext cx="939996" cy="809742"/>
          </a:xfrm>
          <a:prstGeom prst="rect">
            <a:avLst/>
          </a:prstGeom>
        </p:spPr>
      </p:pic>
      <p:pic>
        <p:nvPicPr>
          <p:cNvPr id="84" name="Grafik 83" descr="Ein Bild, das Entwurf, Zeichnung, Diagramm, Lineart enthält.">
            <a:extLst>
              <a:ext uri="{FF2B5EF4-FFF2-40B4-BE49-F238E27FC236}">
                <a16:creationId xmlns:a16="http://schemas.microsoft.com/office/drawing/2014/main" id="{5ABC8910-8A6C-26AB-4E5A-7E61F876E1F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799109" y="1062773"/>
            <a:ext cx="1177377" cy="1306458"/>
          </a:xfrm>
          <a:prstGeom prst="rect">
            <a:avLst/>
          </a:prstGeom>
        </p:spPr>
      </p:pic>
      <p:sp>
        <p:nvSpPr>
          <p:cNvPr id="89" name="Textfeld 88">
            <a:extLst>
              <a:ext uri="{FF2B5EF4-FFF2-40B4-BE49-F238E27FC236}">
                <a16:creationId xmlns:a16="http://schemas.microsoft.com/office/drawing/2014/main" id="{85F16C30-6ABB-5E95-C90E-2A5D5ADA8257}"/>
              </a:ext>
            </a:extLst>
          </p:cNvPr>
          <p:cNvSpPr txBox="1"/>
          <p:nvPr/>
        </p:nvSpPr>
        <p:spPr>
          <a:xfrm>
            <a:off x="7188869" y="1871126"/>
            <a:ext cx="1952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Stecker 10pol ; </a:t>
            </a: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21"/>
              </a:rPr>
              <a:t>PN 2302475-1</a:t>
            </a:r>
            <a:endParaRPr kumimoji="0" lang="de-DE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 x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NanoMQS</a:t>
            </a: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93F9601A-8D2E-A420-E6DB-8E82828DE7C3}"/>
              </a:ext>
            </a:extLst>
          </p:cNvPr>
          <p:cNvCxnSpPr>
            <a:cxnSpLocks/>
          </p:cNvCxnSpPr>
          <p:nvPr/>
        </p:nvCxnSpPr>
        <p:spPr>
          <a:xfrm flipV="1">
            <a:off x="3220112" y="1053097"/>
            <a:ext cx="2731635" cy="15146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08B0ACFB-535B-2AC1-C648-DF15E5536232}"/>
              </a:ext>
            </a:extLst>
          </p:cNvPr>
          <p:cNvCxnSpPr>
            <a:cxnSpLocks/>
          </p:cNvCxnSpPr>
          <p:nvPr/>
        </p:nvCxnSpPr>
        <p:spPr>
          <a:xfrm>
            <a:off x="3220112" y="1068243"/>
            <a:ext cx="0" cy="54225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D26E4F35-6654-3094-DBD2-0F8201B17AC6}"/>
              </a:ext>
            </a:extLst>
          </p:cNvPr>
          <p:cNvCxnSpPr>
            <a:cxnSpLocks/>
          </p:cNvCxnSpPr>
          <p:nvPr/>
        </p:nvCxnSpPr>
        <p:spPr>
          <a:xfrm>
            <a:off x="5951747" y="1053097"/>
            <a:ext cx="0" cy="55740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27318844-32D8-DDBA-B4FC-F3F38E8987AF}"/>
              </a:ext>
            </a:extLst>
          </p:cNvPr>
          <p:cNvCxnSpPr>
            <a:cxnSpLocks/>
          </p:cNvCxnSpPr>
          <p:nvPr/>
        </p:nvCxnSpPr>
        <p:spPr>
          <a:xfrm>
            <a:off x="3044709" y="1025768"/>
            <a:ext cx="0" cy="59048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3AF29028-318B-217D-F9CD-B709F2B7236A}"/>
              </a:ext>
            </a:extLst>
          </p:cNvPr>
          <p:cNvCxnSpPr>
            <a:cxnSpLocks/>
          </p:cNvCxnSpPr>
          <p:nvPr/>
        </p:nvCxnSpPr>
        <p:spPr>
          <a:xfrm flipV="1">
            <a:off x="3042029" y="1006678"/>
            <a:ext cx="3053971" cy="1909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F256D2DD-4564-D371-8F40-B3BC8127D559}"/>
              </a:ext>
            </a:extLst>
          </p:cNvPr>
          <p:cNvCxnSpPr>
            <a:cxnSpLocks/>
          </p:cNvCxnSpPr>
          <p:nvPr/>
        </p:nvCxnSpPr>
        <p:spPr>
          <a:xfrm>
            <a:off x="6096000" y="1016223"/>
            <a:ext cx="0" cy="60185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feld 114">
            <a:extLst>
              <a:ext uri="{FF2B5EF4-FFF2-40B4-BE49-F238E27FC236}">
                <a16:creationId xmlns:a16="http://schemas.microsoft.com/office/drawing/2014/main" id="{FFD71012-2597-A2CA-7564-E3E44D81C044}"/>
              </a:ext>
            </a:extLst>
          </p:cNvPr>
          <p:cNvSpPr txBox="1"/>
          <p:nvPr/>
        </p:nvSpPr>
        <p:spPr>
          <a:xfrm>
            <a:off x="3706265" y="725228"/>
            <a:ext cx="1587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 x 0,35mm² UTP</a:t>
            </a:r>
          </a:p>
        </p:txBody>
      </p:sp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85E88980-0EA0-DC65-BA1F-E1287205B9E4}"/>
              </a:ext>
            </a:extLst>
          </p:cNvPr>
          <p:cNvCxnSpPr>
            <a:cxnSpLocks/>
          </p:cNvCxnSpPr>
          <p:nvPr/>
        </p:nvCxnSpPr>
        <p:spPr>
          <a:xfrm flipV="1">
            <a:off x="3042029" y="2343271"/>
            <a:ext cx="3053971" cy="896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Gerader Verbinder 116">
            <a:extLst>
              <a:ext uri="{FF2B5EF4-FFF2-40B4-BE49-F238E27FC236}">
                <a16:creationId xmlns:a16="http://schemas.microsoft.com/office/drawing/2014/main" id="{2587AD41-D3AD-192A-12DB-C0B3D277F5F1}"/>
              </a:ext>
            </a:extLst>
          </p:cNvPr>
          <p:cNvCxnSpPr>
            <a:cxnSpLocks/>
          </p:cNvCxnSpPr>
          <p:nvPr/>
        </p:nvCxnSpPr>
        <p:spPr>
          <a:xfrm>
            <a:off x="3042029" y="1871126"/>
            <a:ext cx="0" cy="47214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BCEF56B5-F3DD-DFAC-B569-DC8708126AFD}"/>
              </a:ext>
            </a:extLst>
          </p:cNvPr>
          <p:cNvCxnSpPr>
            <a:cxnSpLocks/>
          </p:cNvCxnSpPr>
          <p:nvPr/>
        </p:nvCxnSpPr>
        <p:spPr>
          <a:xfrm>
            <a:off x="6097742" y="1871126"/>
            <a:ext cx="0" cy="47214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feld 118">
            <a:extLst>
              <a:ext uri="{FF2B5EF4-FFF2-40B4-BE49-F238E27FC236}">
                <a16:creationId xmlns:a16="http://schemas.microsoft.com/office/drawing/2014/main" id="{F888A62A-D218-A161-68AD-5383588BDA20}"/>
              </a:ext>
            </a:extLst>
          </p:cNvPr>
          <p:cNvSpPr txBox="1"/>
          <p:nvPr/>
        </p:nvSpPr>
        <p:spPr>
          <a:xfrm>
            <a:off x="3652176" y="1991469"/>
            <a:ext cx="2244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 x 0,13mm² Einzelleitung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8E776F5D-0DDF-A9A9-2609-6BFE6ACA4DB8}"/>
              </a:ext>
            </a:extLst>
          </p:cNvPr>
          <p:cNvSpPr txBox="1"/>
          <p:nvPr/>
        </p:nvSpPr>
        <p:spPr>
          <a:xfrm>
            <a:off x="9278796" y="943146"/>
            <a:ext cx="22354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MQS-Kontakt: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22"/>
              </a:rPr>
              <a:t>PN 2141824-1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(0,13mm²)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23"/>
              </a:rPr>
              <a:t>PN 5-928999-1 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(0,35mm²)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CC551D5F-963F-2B54-7BD0-0084BB8C0FE1}"/>
              </a:ext>
            </a:extLst>
          </p:cNvPr>
          <p:cNvSpPr txBox="1"/>
          <p:nvPr/>
        </p:nvSpPr>
        <p:spPr>
          <a:xfrm>
            <a:off x="9092409" y="1618760"/>
            <a:ext cx="26081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NanoMQS</a:t>
            </a: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-Kontakt: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24"/>
              </a:rPr>
              <a:t>PN 1-1703930-1 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(0,13mm²)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25"/>
              </a:rPr>
              <a:t>PN 2-1703930-1 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(0,35mm²)</a:t>
            </a:r>
          </a:p>
        </p:txBody>
      </p:sp>
      <p:sp>
        <p:nvSpPr>
          <p:cNvPr id="125" name="Textfeld 124">
            <a:extLst>
              <a:ext uri="{FF2B5EF4-FFF2-40B4-BE49-F238E27FC236}">
                <a16:creationId xmlns:a16="http://schemas.microsoft.com/office/drawing/2014/main" id="{2B244B43-2236-ACE5-6A43-CD1D1FD55F1B}"/>
              </a:ext>
            </a:extLst>
          </p:cNvPr>
          <p:cNvSpPr txBox="1"/>
          <p:nvPr/>
        </p:nvSpPr>
        <p:spPr>
          <a:xfrm>
            <a:off x="9604540" y="3169013"/>
            <a:ext cx="13468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AMP MCP Kontakt: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AMP MCP2.8K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26"/>
              </a:rPr>
              <a:t>PN 1241390-1</a:t>
            </a: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6" name="Textfeld 125">
            <a:extLst>
              <a:ext uri="{FF2B5EF4-FFF2-40B4-BE49-F238E27FC236}">
                <a16:creationId xmlns:a16="http://schemas.microsoft.com/office/drawing/2014/main" id="{36255BAB-FD0D-AE7A-C32A-D87EDCC35326}"/>
              </a:ext>
            </a:extLst>
          </p:cNvPr>
          <p:cNvSpPr txBox="1"/>
          <p:nvPr/>
        </p:nvSpPr>
        <p:spPr>
          <a:xfrm>
            <a:off x="9635742" y="4918082"/>
            <a:ext cx="132600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MATE-AX Kontakt: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>
                <a:solidFill>
                  <a:prstClr val="black"/>
                </a:solidFill>
                <a:latin typeface="Arial" panose="020B0604020202020204"/>
              </a:rPr>
              <a:t>MATE-AX 180°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>
                <a:solidFill>
                  <a:prstClr val="black"/>
                </a:solidFill>
                <a:latin typeface="Arial" panose="020B0604020202020204"/>
              </a:rPr>
              <a:t>PN 2298510-1</a:t>
            </a:r>
            <a:endParaRPr kumimoji="0" lang="de-DE" sz="1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8" name="Grafik 127">
            <a:extLst>
              <a:ext uri="{FF2B5EF4-FFF2-40B4-BE49-F238E27FC236}">
                <a16:creationId xmlns:a16="http://schemas.microsoft.com/office/drawing/2014/main" id="{111F4516-F148-9CE7-D458-8302D5D0601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193733" y="4662832"/>
            <a:ext cx="640975" cy="1174524"/>
          </a:xfrm>
          <a:prstGeom prst="rect">
            <a:avLst/>
          </a:prstGeom>
        </p:spPr>
      </p:pic>
      <p:pic>
        <p:nvPicPr>
          <p:cNvPr id="130" name="Grafik 129">
            <a:extLst>
              <a:ext uri="{FF2B5EF4-FFF2-40B4-BE49-F238E27FC236}">
                <a16:creationId xmlns:a16="http://schemas.microsoft.com/office/drawing/2014/main" id="{AE28F3D2-5EBB-49A6-6D50-18338953C74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193733" y="2955553"/>
            <a:ext cx="640975" cy="1031665"/>
          </a:xfrm>
          <a:prstGeom prst="rect">
            <a:avLst/>
          </a:prstGeom>
        </p:spPr>
      </p:pic>
      <p:pic>
        <p:nvPicPr>
          <p:cNvPr id="132" name="Grafik 131">
            <a:extLst>
              <a:ext uri="{FF2B5EF4-FFF2-40B4-BE49-F238E27FC236}">
                <a16:creationId xmlns:a16="http://schemas.microsoft.com/office/drawing/2014/main" id="{64855A9D-BD65-DC71-6744-EF9153C892E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298954" y="943146"/>
            <a:ext cx="803306" cy="525888"/>
          </a:xfrm>
          <a:prstGeom prst="rect">
            <a:avLst/>
          </a:prstGeom>
        </p:spPr>
      </p:pic>
      <p:pic>
        <p:nvPicPr>
          <p:cNvPr id="134" name="Grafik 133">
            <a:extLst>
              <a:ext uri="{FF2B5EF4-FFF2-40B4-BE49-F238E27FC236}">
                <a16:creationId xmlns:a16="http://schemas.microsoft.com/office/drawing/2014/main" id="{E9A1C16E-0E19-FB48-4193-0A13A0FA90E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1713130">
            <a:off x="11470933" y="1555369"/>
            <a:ext cx="450269" cy="872199"/>
          </a:xfrm>
          <a:prstGeom prst="rect">
            <a:avLst/>
          </a:prstGeom>
        </p:spPr>
      </p:pic>
      <p:cxnSp>
        <p:nvCxnSpPr>
          <p:cNvPr id="136" name="Gerader Verbinder 135">
            <a:extLst>
              <a:ext uri="{FF2B5EF4-FFF2-40B4-BE49-F238E27FC236}">
                <a16:creationId xmlns:a16="http://schemas.microsoft.com/office/drawing/2014/main" id="{91FB4513-4F77-664E-E48F-650F321962FB}"/>
              </a:ext>
            </a:extLst>
          </p:cNvPr>
          <p:cNvCxnSpPr/>
          <p:nvPr/>
        </p:nvCxnSpPr>
        <p:spPr>
          <a:xfrm>
            <a:off x="9278796" y="1006678"/>
            <a:ext cx="0" cy="4921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 descr="Ein Bild, das Entwurf, Zeichnung, Darstellung, Kunst enthält.&#10;&#10;KI-generierte Inhalte können fehlerhaft sein.">
            <a:extLst>
              <a:ext uri="{FF2B5EF4-FFF2-40B4-BE49-F238E27FC236}">
                <a16:creationId xmlns:a16="http://schemas.microsoft.com/office/drawing/2014/main" id="{A227B3F6-C4C9-55BE-ED44-D6E8D554F6F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44300" y="4349283"/>
            <a:ext cx="880224" cy="866776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685D7209-87AB-AE79-423C-7D4C5936A922}"/>
              </a:ext>
            </a:extLst>
          </p:cNvPr>
          <p:cNvSpPr txBox="1"/>
          <p:nvPr/>
        </p:nvSpPr>
        <p:spPr>
          <a:xfrm>
            <a:off x="1770683" y="2960421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E44B17D-8501-0611-5D6A-3C43E0D99832}"/>
              </a:ext>
            </a:extLst>
          </p:cNvPr>
          <p:cNvSpPr txBox="1"/>
          <p:nvPr/>
        </p:nvSpPr>
        <p:spPr>
          <a:xfrm>
            <a:off x="2184321" y="2976295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2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4E7B02E-92D9-C96B-8E53-03C7479D9492}"/>
              </a:ext>
            </a:extLst>
          </p:cNvPr>
          <p:cNvSpPr txBox="1"/>
          <p:nvPr/>
        </p:nvSpPr>
        <p:spPr>
          <a:xfrm>
            <a:off x="6098454" y="3169522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1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0294108-442A-BB5A-FE14-C35A5916A595}"/>
              </a:ext>
            </a:extLst>
          </p:cNvPr>
          <p:cNvSpPr txBox="1"/>
          <p:nvPr/>
        </p:nvSpPr>
        <p:spPr>
          <a:xfrm>
            <a:off x="6411739" y="3180504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2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1238BE2-9B04-C77D-F7B3-611ADBB51397}"/>
              </a:ext>
            </a:extLst>
          </p:cNvPr>
          <p:cNvSpPr txBox="1"/>
          <p:nvPr/>
        </p:nvSpPr>
        <p:spPr>
          <a:xfrm>
            <a:off x="2571581" y="4704660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3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D4F0DF2-3B37-14CC-36E6-CE924FE2D7B5}"/>
              </a:ext>
            </a:extLst>
          </p:cNvPr>
          <p:cNvSpPr txBox="1"/>
          <p:nvPr/>
        </p:nvSpPr>
        <p:spPr>
          <a:xfrm>
            <a:off x="2855775" y="1276136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8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E565048-5B74-769B-0D46-5F4289FB8865}"/>
              </a:ext>
            </a:extLst>
          </p:cNvPr>
          <p:cNvSpPr txBox="1"/>
          <p:nvPr/>
        </p:nvSpPr>
        <p:spPr>
          <a:xfrm>
            <a:off x="3151819" y="1280057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9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518B145-46AF-50A6-703C-F8255362EC16}"/>
              </a:ext>
            </a:extLst>
          </p:cNvPr>
          <p:cNvSpPr txBox="1"/>
          <p:nvPr/>
        </p:nvSpPr>
        <p:spPr>
          <a:xfrm>
            <a:off x="2762292" y="1894447"/>
            <a:ext cx="401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17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BD60420-9FCB-F3C4-F94E-533C92F01F5E}"/>
              </a:ext>
            </a:extLst>
          </p:cNvPr>
          <p:cNvSpPr txBox="1"/>
          <p:nvPr/>
        </p:nvSpPr>
        <p:spPr>
          <a:xfrm>
            <a:off x="6032651" y="1817735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3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CD592DF1-2C09-F92C-DAE5-A380AA90D558}"/>
              </a:ext>
            </a:extLst>
          </p:cNvPr>
          <p:cNvSpPr txBox="1"/>
          <p:nvPr/>
        </p:nvSpPr>
        <p:spPr>
          <a:xfrm>
            <a:off x="5733966" y="1270281"/>
            <a:ext cx="269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2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435D5ED-90C0-4CDA-5CD9-03C006AEAC17}"/>
              </a:ext>
            </a:extLst>
          </p:cNvPr>
          <p:cNvSpPr txBox="1"/>
          <p:nvPr/>
        </p:nvSpPr>
        <p:spPr>
          <a:xfrm>
            <a:off x="6027058" y="1276136"/>
            <a:ext cx="269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4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8F70992D-CC36-C1E6-A23C-41BDC244FB9B}"/>
              </a:ext>
            </a:extLst>
          </p:cNvPr>
          <p:cNvSpPr txBox="1"/>
          <p:nvPr/>
        </p:nvSpPr>
        <p:spPr>
          <a:xfrm>
            <a:off x="3398401" y="5950968"/>
            <a:ext cx="1172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PN 2470839-1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69FE273F-104C-4B85-9433-5D37DC0FFFD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03878" y="5910071"/>
            <a:ext cx="923201" cy="776156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98B1069C-882A-A990-F4D1-1E6B38133D50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208124" y="5771962"/>
            <a:ext cx="1073997" cy="103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407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4080B0E-45BE-B262-4640-EC227205B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983C-E47E-480B-819F-3F7B9CFC2484}" type="slidenum">
              <a:rPr lang="de-DE" noProof="0" smtClean="0"/>
              <a:t>2</a:t>
            </a:fld>
            <a:endParaRPr lang="de-DE" noProof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92F4FEF-E397-E32F-2BBC-7EA3999CF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Stromlaufplan</a:t>
            </a:r>
            <a:br>
              <a:rPr lang="de-DE"/>
            </a:br>
            <a:endParaRPr lang="de-DE"/>
          </a:p>
        </p:txBody>
      </p:sp>
      <p:pic>
        <p:nvPicPr>
          <p:cNvPr id="12" name="Grafik 11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455DF576-B219-A71C-C55C-380FE5884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10" y="806384"/>
            <a:ext cx="10812779" cy="573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64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9DE84-3A6F-C0E7-639C-B05691AFB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rafik 157" descr="Ein Bild, das Entwurf, Zeichnung, technische Zeichnung, Diagramm enthält.">
            <a:extLst>
              <a:ext uri="{FF2B5EF4-FFF2-40B4-BE49-F238E27FC236}">
                <a16:creationId xmlns:a16="http://schemas.microsoft.com/office/drawing/2014/main" id="{E2C5A0A4-F067-AB83-00A7-5400D8782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066599" y="1389491"/>
            <a:ext cx="1637872" cy="723154"/>
          </a:xfrm>
          <a:prstGeom prst="rect">
            <a:avLst/>
          </a:prstGeom>
        </p:spPr>
      </p:pic>
      <p:pic>
        <p:nvPicPr>
          <p:cNvPr id="148" name="Grafik 147" descr="Ein Bild, das Entwurf, Zeichnung, Diagramm, Lineart enthält.">
            <a:extLst>
              <a:ext uri="{FF2B5EF4-FFF2-40B4-BE49-F238E27FC236}">
                <a16:creationId xmlns:a16="http://schemas.microsoft.com/office/drawing/2014/main" id="{6AA71CAD-6E04-C7DA-3B4D-3A241FC41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253600" y="3284271"/>
            <a:ext cx="1177377" cy="1306458"/>
          </a:xfrm>
          <a:prstGeom prst="rect">
            <a:avLst/>
          </a:prstGeom>
        </p:spPr>
      </p:pic>
      <p:sp>
        <p:nvSpPr>
          <p:cNvPr id="152" name="Textfeld 151">
            <a:extLst>
              <a:ext uri="{FF2B5EF4-FFF2-40B4-BE49-F238E27FC236}">
                <a16:creationId xmlns:a16="http://schemas.microsoft.com/office/drawing/2014/main" id="{9D3E1A86-CE8D-FD4D-ED23-DD28B3D4903C}"/>
              </a:ext>
            </a:extLst>
          </p:cNvPr>
          <p:cNvSpPr txBox="1"/>
          <p:nvPr/>
        </p:nvSpPr>
        <p:spPr>
          <a:xfrm>
            <a:off x="10420467" y="4070983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3</a:t>
            </a:r>
          </a:p>
        </p:txBody>
      </p:sp>
      <p:sp>
        <p:nvSpPr>
          <p:cNvPr id="153" name="Textfeld 152">
            <a:extLst>
              <a:ext uri="{FF2B5EF4-FFF2-40B4-BE49-F238E27FC236}">
                <a16:creationId xmlns:a16="http://schemas.microsoft.com/office/drawing/2014/main" id="{70DFD0B7-B12B-17F1-C2AE-739511B3705C}"/>
              </a:ext>
            </a:extLst>
          </p:cNvPr>
          <p:cNvSpPr txBox="1"/>
          <p:nvPr/>
        </p:nvSpPr>
        <p:spPr>
          <a:xfrm>
            <a:off x="10258307" y="3491779"/>
            <a:ext cx="269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2</a:t>
            </a:r>
          </a:p>
        </p:txBody>
      </p:sp>
      <p:sp>
        <p:nvSpPr>
          <p:cNvPr id="154" name="Textfeld 153">
            <a:extLst>
              <a:ext uri="{FF2B5EF4-FFF2-40B4-BE49-F238E27FC236}">
                <a16:creationId xmlns:a16="http://schemas.microsoft.com/office/drawing/2014/main" id="{AECC0A0D-52F1-C7DA-2F1A-DDC6378D6BA9}"/>
              </a:ext>
            </a:extLst>
          </p:cNvPr>
          <p:cNvSpPr txBox="1"/>
          <p:nvPr/>
        </p:nvSpPr>
        <p:spPr>
          <a:xfrm>
            <a:off x="10421224" y="3497634"/>
            <a:ext cx="269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4</a:t>
            </a:r>
          </a:p>
        </p:txBody>
      </p:sp>
      <p:pic>
        <p:nvPicPr>
          <p:cNvPr id="5" name="Grafik 4" descr="Ein Bild, das Entwurf, Zeichnung, Diagramm, Text enthält.&#10;&#10;KI-generierte Inhalte können fehlerhaft sein.">
            <a:extLst>
              <a:ext uri="{FF2B5EF4-FFF2-40B4-BE49-F238E27FC236}">
                <a16:creationId xmlns:a16="http://schemas.microsoft.com/office/drawing/2014/main" id="{04DA7AF2-36A1-195B-FAA6-D1651EF47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729" y="4069688"/>
            <a:ext cx="1199621" cy="583733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422AD00-8D58-6AB3-41EC-2B119783F4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6168" y="4067805"/>
            <a:ext cx="1240632" cy="58561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AAEDFF9-00BB-5051-9266-EC4E2E290E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520314" y="3262969"/>
            <a:ext cx="1231821" cy="650201"/>
          </a:xfrm>
          <a:prstGeom prst="rect">
            <a:avLst/>
          </a:prstGeom>
        </p:spPr>
      </p:pic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CBC7589-0026-E421-E47F-FCB3B937E2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8" imgW="473" imgH="473" progId="TCLayout.ActiveDocument.1">
                  <p:embed/>
                </p:oleObj>
              </mc:Choice>
              <mc:Fallback>
                <p:oleObj name="think-cell Folie" r:id="rId8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CBC7589-0026-E421-E47F-FCB3B937E2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D5E8B143-1001-BD3B-D65B-116664D96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12890"/>
            <a:ext cx="9258602" cy="546558"/>
          </a:xfrm>
        </p:spPr>
        <p:txBody>
          <a:bodyPr vert="horz"/>
          <a:lstStyle/>
          <a:p>
            <a:r>
              <a:rPr lang="de-DE" sz="1800" b="1"/>
              <a:t>Definition Leitungssatz RC 3</a:t>
            </a:r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A6E040F-F1A4-B377-6331-0120E3D67EAB}"/>
              </a:ext>
            </a:extLst>
          </p:cNvPr>
          <p:cNvSpPr txBox="1"/>
          <p:nvPr/>
        </p:nvSpPr>
        <p:spPr>
          <a:xfrm>
            <a:off x="5773664" y="201195"/>
            <a:ext cx="308296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Vorschlag Stand 09.10.2025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566C6BB3-8752-315E-B72E-985303CF1513}"/>
              </a:ext>
            </a:extLst>
          </p:cNvPr>
          <p:cNvSpPr txBox="1"/>
          <p:nvPr/>
        </p:nvSpPr>
        <p:spPr>
          <a:xfrm>
            <a:off x="1552566" y="5195297"/>
            <a:ext cx="1172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verbaut 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PN 2470829-9</a:t>
            </a: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FB2E7A0D-4484-1FA3-B5F6-7AF6B4DF536E}"/>
              </a:ext>
            </a:extLst>
          </p:cNvPr>
          <p:cNvCxnSpPr>
            <a:cxnSpLocks/>
          </p:cNvCxnSpPr>
          <p:nvPr/>
        </p:nvCxnSpPr>
        <p:spPr>
          <a:xfrm flipH="1">
            <a:off x="2185167" y="4749303"/>
            <a:ext cx="292689" cy="37891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fik 25">
            <a:extLst>
              <a:ext uri="{FF2B5EF4-FFF2-40B4-BE49-F238E27FC236}">
                <a16:creationId xmlns:a16="http://schemas.microsoft.com/office/drawing/2014/main" id="{38D353F7-286D-4B89-8EAF-21A44F96D3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090" y="5364275"/>
            <a:ext cx="1015627" cy="872199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147D7699-EDDA-2C20-690D-009F92263CF9}"/>
              </a:ext>
            </a:extLst>
          </p:cNvPr>
          <p:cNvSpPr txBox="1"/>
          <p:nvPr/>
        </p:nvSpPr>
        <p:spPr>
          <a:xfrm>
            <a:off x="7887133" y="6236474"/>
            <a:ext cx="1991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Stecker 1pol ; PN 2-2310137-1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 x MATE-AX (Mini-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Coax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F72F5D0D-4946-EC21-EFE4-0817E647C8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495735" y="4944754"/>
            <a:ext cx="583598" cy="712307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EDE0AFEE-B2C5-ED80-4028-68FDF6BF7F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0043" y="719050"/>
            <a:ext cx="809202" cy="859975"/>
          </a:xfrm>
          <a:prstGeom prst="rect">
            <a:avLst/>
          </a:prstGeom>
        </p:spPr>
      </p:pic>
      <p:sp>
        <p:nvSpPr>
          <p:cNvPr id="35" name="Textfeld 34">
            <a:extLst>
              <a:ext uri="{FF2B5EF4-FFF2-40B4-BE49-F238E27FC236}">
                <a16:creationId xmlns:a16="http://schemas.microsoft.com/office/drawing/2014/main" id="{DE5A91D4-827C-0FC7-BF66-2B0641CD9074}"/>
              </a:ext>
            </a:extLst>
          </p:cNvPr>
          <p:cNvSpPr txBox="1"/>
          <p:nvPr/>
        </p:nvSpPr>
        <p:spPr>
          <a:xfrm>
            <a:off x="6003840" y="1599537"/>
            <a:ext cx="20746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Stecker 2pol ; PN 1418796-3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 x AMP MCP2.8K (Kammer 1-2)</a:t>
            </a:r>
          </a:p>
        </p:txBody>
      </p:sp>
      <p:pic>
        <p:nvPicPr>
          <p:cNvPr id="82" name="Grafik 81">
            <a:extLst>
              <a:ext uri="{FF2B5EF4-FFF2-40B4-BE49-F238E27FC236}">
                <a16:creationId xmlns:a16="http://schemas.microsoft.com/office/drawing/2014/main" id="{BA334CD2-91C8-119E-CB54-5A4ADC97B2A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47112" y="1771898"/>
            <a:ext cx="939996" cy="809742"/>
          </a:xfrm>
          <a:prstGeom prst="rect">
            <a:avLst/>
          </a:prstGeom>
        </p:spPr>
      </p:pic>
      <p:sp>
        <p:nvSpPr>
          <p:cNvPr id="89" name="Textfeld 88">
            <a:extLst>
              <a:ext uri="{FF2B5EF4-FFF2-40B4-BE49-F238E27FC236}">
                <a16:creationId xmlns:a16="http://schemas.microsoft.com/office/drawing/2014/main" id="{3DC00CA1-BDC5-0602-6536-6C7F58FD63D4}"/>
              </a:ext>
            </a:extLst>
          </p:cNvPr>
          <p:cNvSpPr txBox="1"/>
          <p:nvPr/>
        </p:nvSpPr>
        <p:spPr>
          <a:xfrm>
            <a:off x="10125643" y="2730185"/>
            <a:ext cx="1952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Stecker 10pol ; PN 2302475-1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 x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NanoMQS</a:t>
            </a: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A3E27DAA-46E9-D10E-6098-5BF19627F5AF}"/>
              </a:ext>
            </a:extLst>
          </p:cNvPr>
          <p:cNvCxnSpPr>
            <a:cxnSpLocks/>
            <a:endCxn id="101" idx="1"/>
          </p:cNvCxnSpPr>
          <p:nvPr/>
        </p:nvCxnSpPr>
        <p:spPr>
          <a:xfrm>
            <a:off x="1826376" y="3533330"/>
            <a:ext cx="4491989" cy="41905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F621523-9A2D-CF21-DDFB-F167AD2E6C0C}"/>
              </a:ext>
            </a:extLst>
          </p:cNvPr>
          <p:cNvCxnSpPr>
            <a:cxnSpLocks/>
            <a:endCxn id="101" idx="1"/>
          </p:cNvCxnSpPr>
          <p:nvPr/>
        </p:nvCxnSpPr>
        <p:spPr>
          <a:xfrm>
            <a:off x="1818750" y="3636239"/>
            <a:ext cx="4499615" cy="31614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B77EDA00-39F2-9513-BC73-66FE98DD8649}"/>
              </a:ext>
            </a:extLst>
          </p:cNvPr>
          <p:cNvCxnSpPr>
            <a:cxnSpLocks/>
            <a:endCxn id="101" idx="1"/>
          </p:cNvCxnSpPr>
          <p:nvPr/>
        </p:nvCxnSpPr>
        <p:spPr>
          <a:xfrm>
            <a:off x="1720687" y="3686643"/>
            <a:ext cx="4597678" cy="26574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744A22AA-8882-7B5A-9D1B-4386FC88A6CA}"/>
              </a:ext>
            </a:extLst>
          </p:cNvPr>
          <p:cNvCxnSpPr>
            <a:cxnSpLocks/>
            <a:endCxn id="101" idx="1"/>
          </p:cNvCxnSpPr>
          <p:nvPr/>
        </p:nvCxnSpPr>
        <p:spPr>
          <a:xfrm flipV="1">
            <a:off x="1985920" y="3952383"/>
            <a:ext cx="4332445" cy="3862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BB6D267B-03EA-595E-3DB3-32CDD1A3749C}"/>
              </a:ext>
            </a:extLst>
          </p:cNvPr>
          <p:cNvCxnSpPr>
            <a:cxnSpLocks/>
            <a:endCxn id="101" idx="1"/>
          </p:cNvCxnSpPr>
          <p:nvPr/>
        </p:nvCxnSpPr>
        <p:spPr>
          <a:xfrm flipV="1">
            <a:off x="1720687" y="3952383"/>
            <a:ext cx="4597678" cy="3052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8BD3EF06-89F6-8A19-6D6D-CA41BF0BF0EC}"/>
              </a:ext>
            </a:extLst>
          </p:cNvPr>
          <p:cNvCxnSpPr>
            <a:cxnSpLocks/>
            <a:endCxn id="101" idx="1"/>
          </p:cNvCxnSpPr>
          <p:nvPr/>
        </p:nvCxnSpPr>
        <p:spPr>
          <a:xfrm flipV="1">
            <a:off x="5478278" y="3952383"/>
            <a:ext cx="840087" cy="365071"/>
          </a:xfrm>
          <a:prstGeom prst="line">
            <a:avLst/>
          </a:prstGeom>
          <a:ln w="19050">
            <a:solidFill>
              <a:srgbClr val="EC44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FC4E0B40-2E22-BA6A-8C43-051A2D15F20E}"/>
              </a:ext>
            </a:extLst>
          </p:cNvPr>
          <p:cNvCxnSpPr>
            <a:cxnSpLocks/>
            <a:stCxn id="106" idx="3"/>
          </p:cNvCxnSpPr>
          <p:nvPr/>
        </p:nvCxnSpPr>
        <p:spPr>
          <a:xfrm flipH="1" flipV="1">
            <a:off x="8731061" y="1831379"/>
            <a:ext cx="154474" cy="54337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AD94B995-163E-288C-7884-31CA06E4DF6F}"/>
              </a:ext>
            </a:extLst>
          </p:cNvPr>
          <p:cNvCxnSpPr>
            <a:cxnSpLocks/>
            <a:stCxn id="106" idx="3"/>
          </p:cNvCxnSpPr>
          <p:nvPr/>
        </p:nvCxnSpPr>
        <p:spPr>
          <a:xfrm flipV="1">
            <a:off x="8885535" y="1842361"/>
            <a:ext cx="179912" cy="5323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A9D13816-4258-A7AB-CA04-F4AB10C40CA5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9864086" y="3873500"/>
            <a:ext cx="697509" cy="78883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BF1D07DC-A069-E8F8-A0CB-4696063CA855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9864086" y="3832225"/>
            <a:ext cx="532409" cy="12015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F8C7099C-C614-5E5A-A354-C862B94C76F3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9864086" y="3952383"/>
            <a:ext cx="691159" cy="9256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0215EDB4-D66E-DE5E-5896-B63D3D7BF31A}"/>
              </a:ext>
            </a:extLst>
          </p:cNvPr>
          <p:cNvCxnSpPr>
            <a:cxnSpLocks/>
          </p:cNvCxnSpPr>
          <p:nvPr/>
        </p:nvCxnSpPr>
        <p:spPr>
          <a:xfrm>
            <a:off x="7788935" y="3967496"/>
            <a:ext cx="0" cy="1227801"/>
          </a:xfrm>
          <a:prstGeom prst="line">
            <a:avLst/>
          </a:prstGeom>
          <a:ln w="19050">
            <a:solidFill>
              <a:srgbClr val="EC44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hteck 100">
            <a:extLst>
              <a:ext uri="{FF2B5EF4-FFF2-40B4-BE49-F238E27FC236}">
                <a16:creationId xmlns:a16="http://schemas.microsoft.com/office/drawing/2014/main" id="{7633F017-B472-B5C2-A4AA-F7FDB43F7C04}"/>
              </a:ext>
            </a:extLst>
          </p:cNvPr>
          <p:cNvSpPr/>
          <p:nvPr/>
        </p:nvSpPr>
        <p:spPr>
          <a:xfrm>
            <a:off x="6318365" y="3884555"/>
            <a:ext cx="3545721" cy="13565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7E2977E4-1F37-75B4-5EBD-493241152655}"/>
              </a:ext>
            </a:extLst>
          </p:cNvPr>
          <p:cNvSpPr txBox="1"/>
          <p:nvPr/>
        </p:nvSpPr>
        <p:spPr>
          <a:xfrm>
            <a:off x="6061815" y="4363725"/>
            <a:ext cx="79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Tape</a:t>
            </a:r>
          </a:p>
        </p:txBody>
      </p: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53D03C77-6D1B-CE11-1B4A-BD27D9F53906}"/>
              </a:ext>
            </a:extLst>
          </p:cNvPr>
          <p:cNvCxnSpPr>
            <a:cxnSpLocks/>
          </p:cNvCxnSpPr>
          <p:nvPr/>
        </p:nvCxnSpPr>
        <p:spPr>
          <a:xfrm flipH="1">
            <a:off x="6500334" y="3991424"/>
            <a:ext cx="346100" cy="39471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hteck 105">
            <a:extLst>
              <a:ext uri="{FF2B5EF4-FFF2-40B4-BE49-F238E27FC236}">
                <a16:creationId xmlns:a16="http://schemas.microsoft.com/office/drawing/2014/main" id="{6121853B-FB96-5DCB-7B49-44E9102B7D4D}"/>
              </a:ext>
            </a:extLst>
          </p:cNvPr>
          <p:cNvSpPr/>
          <p:nvPr/>
        </p:nvSpPr>
        <p:spPr>
          <a:xfrm rot="16200000">
            <a:off x="8116300" y="3077192"/>
            <a:ext cx="1538470" cy="13358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45EC0F51-54A0-C3BF-BFBF-A0B6F8603A88}"/>
              </a:ext>
            </a:extLst>
          </p:cNvPr>
          <p:cNvCxnSpPr>
            <a:cxnSpLocks/>
          </p:cNvCxnSpPr>
          <p:nvPr/>
        </p:nvCxnSpPr>
        <p:spPr>
          <a:xfrm>
            <a:off x="6096000" y="3189814"/>
            <a:ext cx="1692935" cy="84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6F76218D-B62A-DF87-9024-ED0F4BBD1B3C}"/>
              </a:ext>
            </a:extLst>
          </p:cNvPr>
          <p:cNvSpPr txBox="1"/>
          <p:nvPr/>
        </p:nvSpPr>
        <p:spPr>
          <a:xfrm>
            <a:off x="6401176" y="2857762"/>
            <a:ext cx="79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400</a:t>
            </a:r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0A853394-D846-9DE2-72FD-1BE8A8E01C3F}"/>
              </a:ext>
            </a:extLst>
          </p:cNvPr>
          <p:cNvCxnSpPr>
            <a:cxnSpLocks/>
          </p:cNvCxnSpPr>
          <p:nvPr/>
        </p:nvCxnSpPr>
        <p:spPr>
          <a:xfrm flipV="1">
            <a:off x="7788935" y="3189814"/>
            <a:ext cx="1008919" cy="84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5A60A801-8780-28CD-8919-B0F5B6593DEE}"/>
              </a:ext>
            </a:extLst>
          </p:cNvPr>
          <p:cNvSpPr txBox="1"/>
          <p:nvPr/>
        </p:nvSpPr>
        <p:spPr>
          <a:xfrm>
            <a:off x="7906983" y="2833551"/>
            <a:ext cx="79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300</a:t>
            </a:r>
          </a:p>
        </p:txBody>
      </p:sp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A2497CA2-A5E3-4645-668C-2908A1C1CE5B}"/>
              </a:ext>
            </a:extLst>
          </p:cNvPr>
          <p:cNvCxnSpPr>
            <a:cxnSpLocks/>
          </p:cNvCxnSpPr>
          <p:nvPr/>
        </p:nvCxnSpPr>
        <p:spPr>
          <a:xfrm>
            <a:off x="2421228" y="2374750"/>
            <a:ext cx="389713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B1B28BC4-6955-035F-400B-2633A3977B37}"/>
              </a:ext>
            </a:extLst>
          </p:cNvPr>
          <p:cNvSpPr txBox="1"/>
          <p:nvPr/>
        </p:nvSpPr>
        <p:spPr>
          <a:xfrm>
            <a:off x="3236137" y="2055887"/>
            <a:ext cx="23571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  (kann variiert werden)</a:t>
            </a:r>
          </a:p>
        </p:txBody>
      </p: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2A3F2F52-B8B2-FFAC-1790-44A3C4AD99A5}"/>
              </a:ext>
            </a:extLst>
          </p:cNvPr>
          <p:cNvCxnSpPr>
            <a:cxnSpLocks/>
          </p:cNvCxnSpPr>
          <p:nvPr/>
        </p:nvCxnSpPr>
        <p:spPr>
          <a:xfrm>
            <a:off x="8952328" y="3189814"/>
            <a:ext cx="1236731" cy="84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feld 106">
            <a:extLst>
              <a:ext uri="{FF2B5EF4-FFF2-40B4-BE49-F238E27FC236}">
                <a16:creationId xmlns:a16="http://schemas.microsoft.com/office/drawing/2014/main" id="{855F88BC-5B14-D712-E739-68C42E02857B}"/>
              </a:ext>
            </a:extLst>
          </p:cNvPr>
          <p:cNvSpPr txBox="1"/>
          <p:nvPr/>
        </p:nvSpPr>
        <p:spPr>
          <a:xfrm>
            <a:off x="9018225" y="2862120"/>
            <a:ext cx="79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200</a:t>
            </a:r>
          </a:p>
        </p:txBody>
      </p: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A3C4E423-BA30-8E9C-BB81-FC51F3C5A5C2}"/>
              </a:ext>
            </a:extLst>
          </p:cNvPr>
          <p:cNvCxnSpPr>
            <a:cxnSpLocks/>
          </p:cNvCxnSpPr>
          <p:nvPr/>
        </p:nvCxnSpPr>
        <p:spPr>
          <a:xfrm flipV="1">
            <a:off x="9212252" y="2055887"/>
            <a:ext cx="0" cy="1798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feld 110">
            <a:extLst>
              <a:ext uri="{FF2B5EF4-FFF2-40B4-BE49-F238E27FC236}">
                <a16:creationId xmlns:a16="http://schemas.microsoft.com/office/drawing/2014/main" id="{6917DC8A-73EE-AE2C-1E40-3A6DCC9157ED}"/>
              </a:ext>
            </a:extLst>
          </p:cNvPr>
          <p:cNvSpPr txBox="1"/>
          <p:nvPr/>
        </p:nvSpPr>
        <p:spPr>
          <a:xfrm rot="16200000">
            <a:off x="8712396" y="2531428"/>
            <a:ext cx="79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200</a:t>
            </a:r>
          </a:p>
        </p:txBody>
      </p: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F75DB780-844D-D087-A215-D362B469D9E3}"/>
              </a:ext>
            </a:extLst>
          </p:cNvPr>
          <p:cNvCxnSpPr>
            <a:cxnSpLocks/>
          </p:cNvCxnSpPr>
          <p:nvPr/>
        </p:nvCxnSpPr>
        <p:spPr>
          <a:xfrm flipV="1">
            <a:off x="8421917" y="4041679"/>
            <a:ext cx="0" cy="1079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feld 116">
            <a:extLst>
              <a:ext uri="{FF2B5EF4-FFF2-40B4-BE49-F238E27FC236}">
                <a16:creationId xmlns:a16="http://schemas.microsoft.com/office/drawing/2014/main" id="{3C599E0E-13EF-E27E-1E3E-FD0E5119EDCD}"/>
              </a:ext>
            </a:extLst>
          </p:cNvPr>
          <p:cNvSpPr txBox="1"/>
          <p:nvPr/>
        </p:nvSpPr>
        <p:spPr>
          <a:xfrm rot="16200000">
            <a:off x="7884097" y="4433343"/>
            <a:ext cx="79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540</a:t>
            </a:r>
          </a:p>
        </p:txBody>
      </p: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57FA6FB1-192D-127F-B74F-38573BE24953}"/>
              </a:ext>
            </a:extLst>
          </p:cNvPr>
          <p:cNvGrpSpPr/>
          <p:nvPr/>
        </p:nvGrpSpPr>
        <p:grpSpPr>
          <a:xfrm rot="16200000">
            <a:off x="2944531" y="1583263"/>
            <a:ext cx="1538472" cy="4768465"/>
            <a:chOff x="1386029" y="959473"/>
            <a:chExt cx="2247918" cy="4768465"/>
          </a:xfrm>
        </p:grpSpPr>
        <p:sp>
          <p:nvSpPr>
            <p:cNvPr id="128" name="Rechteck 127">
              <a:extLst>
                <a:ext uri="{FF2B5EF4-FFF2-40B4-BE49-F238E27FC236}">
                  <a16:creationId xmlns:a16="http://schemas.microsoft.com/office/drawing/2014/main" id="{1E764AE1-17AC-134A-B794-9B43320C5672}"/>
                </a:ext>
              </a:extLst>
            </p:cNvPr>
            <p:cNvSpPr/>
            <p:nvPr/>
          </p:nvSpPr>
          <p:spPr>
            <a:xfrm>
              <a:off x="1386029" y="959473"/>
              <a:ext cx="2247918" cy="476846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129" name="Gerader Verbinder 128">
              <a:extLst>
                <a:ext uri="{FF2B5EF4-FFF2-40B4-BE49-F238E27FC236}">
                  <a16:creationId xmlns:a16="http://schemas.microsoft.com/office/drawing/2014/main" id="{892C9D33-1058-8CF5-4376-E2569D84F40F}"/>
                </a:ext>
              </a:extLst>
            </p:cNvPr>
            <p:cNvCxnSpPr>
              <a:cxnSpLocks/>
              <a:stCxn id="128" idx="0"/>
              <a:endCxn id="128" idx="2"/>
            </p:cNvCxnSpPr>
            <p:nvPr/>
          </p:nvCxnSpPr>
          <p:spPr>
            <a:xfrm>
              <a:off x="2509988" y="959473"/>
              <a:ext cx="0" cy="4768465"/>
            </a:xfrm>
            <a:prstGeom prst="line">
              <a:avLst/>
            </a:prstGeom>
            <a:ln w="19050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Gerader Verbinder 129">
              <a:extLst>
                <a:ext uri="{FF2B5EF4-FFF2-40B4-BE49-F238E27FC236}">
                  <a16:creationId xmlns:a16="http://schemas.microsoft.com/office/drawing/2014/main" id="{1C6D1C98-4F5C-6F52-C9EA-0323304870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86029" y="4249914"/>
              <a:ext cx="224791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Gerader Verbinder 130">
              <a:extLst>
                <a:ext uri="{FF2B5EF4-FFF2-40B4-BE49-F238E27FC236}">
                  <a16:creationId xmlns:a16="http://schemas.microsoft.com/office/drawing/2014/main" id="{58E7A397-226E-2391-828C-66F707D4AA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86029" y="2486898"/>
              <a:ext cx="224791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feld 131">
            <a:extLst>
              <a:ext uri="{FF2B5EF4-FFF2-40B4-BE49-F238E27FC236}">
                <a16:creationId xmlns:a16="http://schemas.microsoft.com/office/drawing/2014/main" id="{BEA95931-78A3-0396-AF7A-169C2A55D010}"/>
              </a:ext>
            </a:extLst>
          </p:cNvPr>
          <p:cNvSpPr txBox="1"/>
          <p:nvPr/>
        </p:nvSpPr>
        <p:spPr>
          <a:xfrm>
            <a:off x="1520313" y="6048452"/>
            <a:ext cx="1172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PN 2470839-1</a:t>
            </a:r>
          </a:p>
        </p:txBody>
      </p:sp>
      <p:sp>
        <p:nvSpPr>
          <p:cNvPr id="133" name="Textfeld 132">
            <a:extLst>
              <a:ext uri="{FF2B5EF4-FFF2-40B4-BE49-F238E27FC236}">
                <a16:creationId xmlns:a16="http://schemas.microsoft.com/office/drawing/2014/main" id="{43644BD1-E7E2-F7A3-37F8-19592588D5B1}"/>
              </a:ext>
            </a:extLst>
          </p:cNvPr>
          <p:cNvSpPr txBox="1"/>
          <p:nvPr/>
        </p:nvSpPr>
        <p:spPr>
          <a:xfrm>
            <a:off x="1697589" y="3651276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8</a:t>
            </a:r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5FE8CF41-8504-1B92-32D9-45AD9EA998A3}"/>
              </a:ext>
            </a:extLst>
          </p:cNvPr>
          <p:cNvSpPr txBox="1"/>
          <p:nvPr/>
        </p:nvSpPr>
        <p:spPr>
          <a:xfrm>
            <a:off x="1579708" y="3648963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9</a:t>
            </a: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8B168CDE-42CF-5AA1-C7A1-3D5F7AA0032F}"/>
              </a:ext>
            </a:extLst>
          </p:cNvPr>
          <p:cNvSpPr txBox="1"/>
          <p:nvPr/>
        </p:nvSpPr>
        <p:spPr>
          <a:xfrm>
            <a:off x="1635011" y="3250177"/>
            <a:ext cx="401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17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19590F52-91C9-07A8-E27A-2992A578EC22}"/>
              </a:ext>
            </a:extLst>
          </p:cNvPr>
          <p:cNvSpPr txBox="1"/>
          <p:nvPr/>
        </p:nvSpPr>
        <p:spPr>
          <a:xfrm>
            <a:off x="1585257" y="4354667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1</a:t>
            </a: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068A660C-D1C5-82FD-0050-315D8E2EDA0E}"/>
              </a:ext>
            </a:extLst>
          </p:cNvPr>
          <p:cNvSpPr txBox="1"/>
          <p:nvPr/>
        </p:nvSpPr>
        <p:spPr>
          <a:xfrm>
            <a:off x="1828228" y="4354435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2</a:t>
            </a:r>
          </a:p>
        </p:txBody>
      </p:sp>
      <p:sp>
        <p:nvSpPr>
          <p:cNvPr id="146" name="Textfeld 145">
            <a:extLst>
              <a:ext uri="{FF2B5EF4-FFF2-40B4-BE49-F238E27FC236}">
                <a16:creationId xmlns:a16="http://schemas.microsoft.com/office/drawing/2014/main" id="{29ABA957-3538-7D6C-A453-F22C9147393B}"/>
              </a:ext>
            </a:extLst>
          </p:cNvPr>
          <p:cNvSpPr txBox="1"/>
          <p:nvPr/>
        </p:nvSpPr>
        <p:spPr>
          <a:xfrm>
            <a:off x="5357714" y="4341923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3</a:t>
            </a: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6657060B-50D9-468A-86F8-C719F8A36F8D}"/>
              </a:ext>
            </a:extLst>
          </p:cNvPr>
          <p:cNvSpPr txBox="1"/>
          <p:nvPr/>
        </p:nvSpPr>
        <p:spPr>
          <a:xfrm>
            <a:off x="8596190" y="1356468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1</a:t>
            </a:r>
          </a:p>
        </p:txBody>
      </p:sp>
      <p:sp>
        <p:nvSpPr>
          <p:cNvPr id="161" name="Textfeld 160">
            <a:extLst>
              <a:ext uri="{FF2B5EF4-FFF2-40B4-BE49-F238E27FC236}">
                <a16:creationId xmlns:a16="http://schemas.microsoft.com/office/drawing/2014/main" id="{19DDC430-AC5B-4F83-ABEF-380D752CCEAA}"/>
              </a:ext>
            </a:extLst>
          </p:cNvPr>
          <p:cNvSpPr txBox="1"/>
          <p:nvPr/>
        </p:nvSpPr>
        <p:spPr>
          <a:xfrm>
            <a:off x="8909475" y="1367450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2</a:t>
            </a:r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08E19D83-980A-EEAF-5C3F-067052D1B3BF}"/>
              </a:ext>
            </a:extLst>
          </p:cNvPr>
          <p:cNvSpPr txBox="1"/>
          <p:nvPr/>
        </p:nvSpPr>
        <p:spPr>
          <a:xfrm>
            <a:off x="57494" y="2944100"/>
            <a:ext cx="14106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de-DE" sz="1000" b="1">
                <a:solidFill>
                  <a:prstClr val="black"/>
                </a:solidFill>
              </a:rPr>
              <a:t>Stecker Modul 1</a:t>
            </a:r>
          </a:p>
          <a:p>
            <a:pPr lvl="0" algn="ctr">
              <a:defRPr/>
            </a:pPr>
            <a:r>
              <a:rPr lang="de-DE" sz="1000" b="1">
                <a:solidFill>
                  <a:prstClr val="black"/>
                </a:solidFill>
              </a:rPr>
              <a:t>PN 2470646-9</a:t>
            </a:r>
          </a:p>
          <a:p>
            <a:pPr lvl="0" algn="ctr">
              <a:defRPr/>
            </a:pPr>
            <a:r>
              <a:rPr lang="de-DE" sz="1000">
                <a:solidFill>
                  <a:prstClr val="black"/>
                </a:solidFill>
              </a:rPr>
              <a:t>18 x MQS</a:t>
            </a:r>
          </a:p>
        </p:txBody>
      </p:sp>
      <p:pic>
        <p:nvPicPr>
          <p:cNvPr id="165" name="Grafik 164">
            <a:extLst>
              <a:ext uri="{FF2B5EF4-FFF2-40B4-BE49-F238E27FC236}">
                <a16:creationId xmlns:a16="http://schemas.microsoft.com/office/drawing/2014/main" id="{81D5B617-32F5-7ABB-D0C9-C119EB9057C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2899" y="2187312"/>
            <a:ext cx="754449" cy="732864"/>
          </a:xfrm>
          <a:prstGeom prst="rect">
            <a:avLst/>
          </a:prstGeom>
        </p:spPr>
      </p:pic>
      <p:sp>
        <p:nvSpPr>
          <p:cNvPr id="166" name="Textfeld 165">
            <a:extLst>
              <a:ext uri="{FF2B5EF4-FFF2-40B4-BE49-F238E27FC236}">
                <a16:creationId xmlns:a16="http://schemas.microsoft.com/office/drawing/2014/main" id="{89BD3975-7CCC-37FD-7CEB-3B8955707CEC}"/>
              </a:ext>
            </a:extLst>
          </p:cNvPr>
          <p:cNvSpPr txBox="1"/>
          <p:nvPr/>
        </p:nvSpPr>
        <p:spPr>
          <a:xfrm>
            <a:off x="35777" y="4972101"/>
            <a:ext cx="14596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Stecker Modul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PN 2470649-9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 x AMP MCP2.8</a:t>
            </a:r>
          </a:p>
        </p:txBody>
      </p:sp>
      <p:pic>
        <p:nvPicPr>
          <p:cNvPr id="167" name="Grafik 166">
            <a:extLst>
              <a:ext uri="{FF2B5EF4-FFF2-40B4-BE49-F238E27FC236}">
                <a16:creationId xmlns:a16="http://schemas.microsoft.com/office/drawing/2014/main" id="{C69D2969-2BEC-D766-D61B-E58647F6ED3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3100" y="4213565"/>
            <a:ext cx="673146" cy="731061"/>
          </a:xfrm>
          <a:prstGeom prst="rect">
            <a:avLst/>
          </a:prstGeom>
        </p:spPr>
      </p:pic>
      <p:sp>
        <p:nvSpPr>
          <p:cNvPr id="168" name="Textfeld 167">
            <a:extLst>
              <a:ext uri="{FF2B5EF4-FFF2-40B4-BE49-F238E27FC236}">
                <a16:creationId xmlns:a16="http://schemas.microsoft.com/office/drawing/2014/main" id="{8E69C6AA-776E-81EB-34A4-317C8ECD41BE}"/>
              </a:ext>
            </a:extLst>
          </p:cNvPr>
          <p:cNvSpPr txBox="1"/>
          <p:nvPr/>
        </p:nvSpPr>
        <p:spPr>
          <a:xfrm>
            <a:off x="4989870" y="5796573"/>
            <a:ext cx="1545327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Stecker Modul 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PN </a:t>
            </a:r>
            <a:r>
              <a:rPr lang="de-DE" sz="1000" b="1">
                <a:latin typeface="Arial" panose="020B0604020202020204"/>
              </a:rPr>
              <a:t>2470653-9</a:t>
            </a:r>
            <a:endParaRPr lang="de-DE" sz="1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 x MATE-AX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>
                <a:latin typeface="Arial" panose="020B0604020202020204"/>
              </a:rPr>
              <a:t>(Mini-</a:t>
            </a:r>
            <a:r>
              <a:rPr lang="de-DE" sz="1000" err="1">
                <a:latin typeface="Arial" panose="020B0604020202020204"/>
              </a:rPr>
              <a:t>Coax</a:t>
            </a:r>
            <a:r>
              <a:rPr lang="de-DE" sz="1000">
                <a:latin typeface="Arial" panose="020B0604020202020204"/>
              </a:rPr>
              <a:t>)</a:t>
            </a:r>
            <a:endParaRPr kumimoji="0" lang="de-DE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69" name="Grafik 168" descr="Ein Bild, das Entwurf, Zeichnung, Darstellung, Kunst enthält.&#10;&#10;KI-generierte Inhalte können fehlerhaft sein.">
            <a:extLst>
              <a:ext uri="{FF2B5EF4-FFF2-40B4-BE49-F238E27FC236}">
                <a16:creationId xmlns:a16="http://schemas.microsoft.com/office/drawing/2014/main" id="{E36EB095-95BC-70D3-5C59-40EBDDA8881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82129" y="4955094"/>
            <a:ext cx="880224" cy="866776"/>
          </a:xfrm>
          <a:prstGeom prst="rect">
            <a:avLst/>
          </a:prstGeom>
        </p:spPr>
      </p:pic>
      <p:pic>
        <p:nvPicPr>
          <p:cNvPr id="173" name="Grafik 172">
            <a:extLst>
              <a:ext uri="{FF2B5EF4-FFF2-40B4-BE49-F238E27FC236}">
                <a16:creationId xmlns:a16="http://schemas.microsoft.com/office/drawing/2014/main" id="{00D56CFA-41C7-0B8A-D012-2C245843E59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24682" y="5935871"/>
            <a:ext cx="923201" cy="776156"/>
          </a:xfrm>
          <a:prstGeom prst="rect">
            <a:avLst/>
          </a:prstGeom>
        </p:spPr>
      </p:pic>
      <p:pic>
        <p:nvPicPr>
          <p:cNvPr id="174" name="Grafik 173">
            <a:extLst>
              <a:ext uri="{FF2B5EF4-FFF2-40B4-BE49-F238E27FC236}">
                <a16:creationId xmlns:a16="http://schemas.microsoft.com/office/drawing/2014/main" id="{31A44D2B-408C-D687-0702-238F5949E32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90266" y="4834706"/>
            <a:ext cx="1073997" cy="103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02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EA6FDCF-1729-E7B8-C0F3-3381C4DEB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983C-E47E-480B-819F-3F7B9CFC2484}" type="slidenum">
              <a:rPr lang="de-DE" noProof="0" smtClean="0"/>
              <a:t>4</a:t>
            </a:fld>
            <a:endParaRPr lang="de-DE" noProof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FEF0248-0E80-3676-D7A1-4E9697B8E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Geometrie </a:t>
            </a:r>
          </a:p>
        </p:txBody>
      </p:sp>
      <p:pic>
        <p:nvPicPr>
          <p:cNvPr id="6" name="Grafik 5" descr="Ein Bild, das Text, Diagramm, Screenshot, Reihe enthält.">
            <a:extLst>
              <a:ext uri="{FF2B5EF4-FFF2-40B4-BE49-F238E27FC236}">
                <a16:creationId xmlns:a16="http://schemas.microsoft.com/office/drawing/2014/main" id="{80C2E274-BED8-735D-A7A6-99A1539B8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7163"/>
            <a:ext cx="12192000" cy="512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10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B007CD0-A993-F32D-9335-6302D98012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36000" tIns="36000" rIns="36000" bIns="36000" rtlCol="0" anchor="t">
            <a:noAutofit/>
          </a:bodyPr>
          <a:lstStyle/>
          <a:p>
            <a:r>
              <a:rPr lang="de-DE">
                <a:latin typeface="Arial"/>
                <a:cs typeface="Arial"/>
              </a:rPr>
              <a:t> TE auf neuen Stand gebracht, siehe </a:t>
            </a:r>
            <a:r>
              <a:rPr lang="de-DE" err="1">
                <a:latin typeface="Arial"/>
                <a:cs typeface="Arial"/>
              </a:rPr>
              <a:t>step</a:t>
            </a:r>
            <a:r>
              <a:rPr lang="de-DE">
                <a:latin typeface="Arial"/>
                <a:cs typeface="Arial"/>
              </a:rPr>
              <a:t> file.</a:t>
            </a:r>
            <a:br>
              <a:rPr lang="de-DE"/>
            </a:br>
            <a:r>
              <a:rPr lang="de-DE">
                <a:latin typeface="Arial"/>
                <a:cs typeface="Arial"/>
              </a:rPr>
              <a:t> Lediglich für den „Stecker Modul 2“ gibt es eine Diskrepanz zwischen der Zeichnung und den gesendeten Steckerdaten. Hier habe ich den alten Datensatz beibehalten.</a:t>
            </a:r>
          </a:p>
          <a:p>
            <a:r>
              <a:rPr lang="de-DE">
                <a:latin typeface="Arial"/>
                <a:cs typeface="Arial"/>
              </a:rPr>
              <a:t>Zeichnung: PN 2470649-9</a:t>
            </a:r>
          </a:p>
          <a:p>
            <a:r>
              <a:rPr lang="de-DE">
                <a:latin typeface="Arial"/>
                <a:cs typeface="Arial"/>
              </a:rPr>
              <a:t>Datentransfer: PN 2470648-9</a:t>
            </a:r>
          </a:p>
          <a:p>
            <a:endParaRPr lang="de-DE"/>
          </a:p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EFEA52C-B80C-A28A-D38A-685EDD7D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983C-E47E-480B-819F-3F7B9CFC2484}" type="slidenum">
              <a:rPr lang="de-DE" noProof="0" smtClean="0"/>
              <a:t>5</a:t>
            </a:fld>
            <a:endParaRPr lang="de-DE" noProof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F16FD2E-DCF5-9D4A-DBFE-1F4958F99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3D</a:t>
            </a:r>
          </a:p>
        </p:txBody>
      </p:sp>
    </p:spTree>
    <p:extLst>
      <p:ext uri="{BB962C8B-B14F-4D97-AF65-F5344CB8AC3E}">
        <p14:creationId xmlns:p14="http://schemas.microsoft.com/office/powerpoint/2010/main" val="345936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510C602-4265-8D2C-493B-5B2824264C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/>
              <a:t>KBL wurde aus dem </a:t>
            </a:r>
            <a:r>
              <a:rPr lang="de-DE" b="1"/>
              <a:t>EDAG KBL Export </a:t>
            </a:r>
            <a:r>
              <a:rPr lang="de-DE" b="1" err="1"/>
              <a:t>Metric</a:t>
            </a:r>
            <a:r>
              <a:rPr lang="de-DE"/>
              <a:t> exportiert.</a:t>
            </a:r>
          </a:p>
          <a:p>
            <a:r>
              <a:rPr lang="de-DE"/>
              <a:t>Es gibt zwei Versionen der VEC-Datei: Eine wurde mit dem </a:t>
            </a:r>
            <a:r>
              <a:rPr lang="de-DE" b="1" err="1"/>
              <a:t>PREEvision</a:t>
            </a:r>
            <a:r>
              <a:rPr lang="de-DE" b="1"/>
              <a:t>-eigenen Export-Tool</a:t>
            </a:r>
            <a:r>
              <a:rPr lang="de-DE"/>
              <a:t> erstellt, die andere stammt aus dem </a:t>
            </a:r>
            <a:r>
              <a:rPr lang="de-DE" b="1"/>
              <a:t>EDAG VEC </a:t>
            </a:r>
            <a:r>
              <a:rPr lang="de-DE" b="1" err="1"/>
              <a:t>Metric</a:t>
            </a:r>
            <a:r>
              <a:rPr lang="de-DE" b="1"/>
              <a:t> Export</a:t>
            </a:r>
            <a:r>
              <a:rPr lang="de-DE"/>
              <a:t>.</a:t>
            </a:r>
            <a:br>
              <a:rPr lang="de-DE"/>
            </a:b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9768BA8-1F07-7EA0-8605-C84572806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983C-E47E-480B-819F-3F7B9CFC2484}" type="slidenum">
              <a:rPr lang="de-DE" noProof="0" smtClean="0"/>
              <a:t>6</a:t>
            </a:fld>
            <a:endParaRPr lang="de-DE" noProof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A6C22BB-3101-C0D7-00ED-87A020CA3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KBL und VEC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10493C4-4D8D-6E92-BA6D-BEEE47904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45" y="2830489"/>
            <a:ext cx="3115110" cy="33342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44B24BD-4C49-71B6-0191-8A39D28E7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56" y="3682107"/>
            <a:ext cx="3038899" cy="276264"/>
          </a:xfrm>
          <a:prstGeom prst="rect">
            <a:avLst/>
          </a:prstGeom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0E49884-D205-934C-2E2B-11624208211F}"/>
              </a:ext>
            </a:extLst>
          </p:cNvPr>
          <p:cNvCxnSpPr/>
          <p:nvPr/>
        </p:nvCxnSpPr>
        <p:spPr>
          <a:xfrm>
            <a:off x="3867150" y="3803650"/>
            <a:ext cx="111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fik 15">
            <a:extLst>
              <a:ext uri="{FF2B5EF4-FFF2-40B4-BE49-F238E27FC236}">
                <a16:creationId xmlns:a16="http://schemas.microsoft.com/office/drawing/2014/main" id="{738F4EC8-8F43-64D6-F97D-6574ED3DB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992" y="3163911"/>
            <a:ext cx="2514951" cy="1457528"/>
          </a:xfrm>
          <a:prstGeom prst="rect">
            <a:avLst/>
          </a:prstGeom>
        </p:spPr>
      </p:pic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5F2AD5C-5ADF-B34E-C50B-D06FF65A9909}"/>
              </a:ext>
            </a:extLst>
          </p:cNvPr>
          <p:cNvCxnSpPr/>
          <p:nvPr/>
        </p:nvCxnSpPr>
        <p:spPr>
          <a:xfrm flipH="1">
            <a:off x="3778250" y="1708150"/>
            <a:ext cx="3270250" cy="128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28EE5656-B638-FA0B-1BF7-3BB0CC86B4A2}"/>
              </a:ext>
            </a:extLst>
          </p:cNvPr>
          <p:cNvCxnSpPr/>
          <p:nvPr/>
        </p:nvCxnSpPr>
        <p:spPr>
          <a:xfrm flipH="1">
            <a:off x="3371850" y="1905000"/>
            <a:ext cx="357405" cy="1708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8082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SLncBuGxFO3g5Ium2lq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5FB9jNnMUOGQYhzwILvg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Gbg4ty5LqLXKsYXJ4Sa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JXX6sPoDksDAUunU0mk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5FB9jNnMUOGQYhzwILvg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re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ena" id="{D9142CD2-EC84-43EC-9E0C-26509D30D290}" vid="{E0C3EBBB-A6FB-4808-947E-C2EE4654E63C}"/>
    </a:ext>
  </a:extLst>
</a:theme>
</file>

<file path=ppt/theme/theme2.xml><?xml version="1.0" encoding="utf-8"?>
<a:theme xmlns:a="http://schemas.openxmlformats.org/drawingml/2006/main" name="3_Office Theme">
  <a:themeElements>
    <a:clrScheme name="Rot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c1c5fa6-2a51-40f7-956a-f9ad5323cbeb" xsi:nil="true"/>
    <lcf76f155ced4ddcb4097134ff3c332f xmlns="2cfab687-345e-4f6c-97ba-2739e5ccb94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209DE6C0377364D8E517099BA3796E4" ma:contentTypeVersion="9" ma:contentTypeDescription="Ein neues Dokument erstellen." ma:contentTypeScope="" ma:versionID="931c3835014b32ebec4c0983e1a1e8a6">
  <xsd:schema xmlns:xsd="http://www.w3.org/2001/XMLSchema" xmlns:xs="http://www.w3.org/2001/XMLSchema" xmlns:p="http://schemas.microsoft.com/office/2006/metadata/properties" xmlns:ns2="2cfab687-345e-4f6c-97ba-2739e5ccb94e" xmlns:ns3="0c1c5fa6-2a51-40f7-956a-f9ad5323cbeb" targetNamespace="http://schemas.microsoft.com/office/2006/metadata/properties" ma:root="true" ma:fieldsID="817f7997da416a0a17795b909fedb585" ns2:_="" ns3:_="">
    <xsd:import namespace="2cfab687-345e-4f6c-97ba-2739e5ccb94e"/>
    <xsd:import namespace="0c1c5fa6-2a51-40f7-956a-f9ad5323cb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fab687-345e-4f6c-97ba-2739e5ccb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181df2aa-75df-4b8f-835e-b34a4310bc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c5fa6-2a51-40f7-956a-f9ad5323cbe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dbde79d-d0d8-4f5f-9537-b3293c7b62ec}" ma:internalName="TaxCatchAll" ma:showField="CatchAllData" ma:web="0c1c5fa6-2a51-40f7-956a-f9ad5323cb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F6F5A6-A75B-4286-B4BA-0279CE84B3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4A4911-8DF5-43DE-AA8F-F5F521623233}">
  <ds:schemaRefs>
    <ds:schemaRef ds:uri="1c7c7ad4-171e-4975-a4d1-3185fc81b370"/>
    <ds:schemaRef ds:uri="f48b0b2c-327f-4c7b-be60-7f53df8639b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0C8DE96-EB0F-4103-B2C4-F6A9F659F373}"/>
</file>

<file path=docMetadata/LabelInfo.xml><?xml version="1.0" encoding="utf-8"?>
<clbl:labelList xmlns:clbl="http://schemas.microsoft.com/office/2020/mipLabelMetadata">
  <clbl:label id="{83e5e9f7-dd5c-43e4-933d-fdc88385a4dd}" enabled="0" method="" siteId="{83e5e9f7-dd5c-43e4-933d-fdc88385a4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Arena</vt:lpstr>
      <vt:lpstr>3_Office Theme</vt:lpstr>
      <vt:lpstr>Definition Leitungssatz RC 3</vt:lpstr>
      <vt:lpstr>Stromlaufplan </vt:lpstr>
      <vt:lpstr>Definition Leitungssatz RC 3</vt:lpstr>
      <vt:lpstr>Geometrie </vt:lpstr>
      <vt:lpstr>3D</vt:lpstr>
      <vt:lpstr>KBL und VEC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Robotik Challenge 2026</dc:title>
  <dc:creator>Wolf Rumpelt</dc:creator>
  <cp:revision>1</cp:revision>
  <dcterms:created xsi:type="dcterms:W3CDTF">2022-11-18T15:18:32Z</dcterms:created>
  <dcterms:modified xsi:type="dcterms:W3CDTF">2025-11-18T13:06:29Z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0x010100F209DE6C0377364D8E517099BA3796E4</vt:lpwstr>
  </property>
  <property fmtid="{D5CDD505-2E9C-101B-9397-08002B2CF9AE}" pid="3" name="MediaServiceImageTags">
    <vt:lpwstr/>
  </property>
  <property fmtid="{D5CDD505-2E9C-101B-9397-08002B2CF9AE}" pid="4" name="Order">
    <vt:r8>2100</vt:r8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xd_ProgID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TemplateUrl">
    <vt:lpwstr/>
  </property>
  <property fmtid="{D5CDD505-2E9C-101B-9397-08002B2CF9AE}" pid="12" name="xd_Signature">
    <vt:bool>false</vt:bool>
  </property>
</Properties>
</file>